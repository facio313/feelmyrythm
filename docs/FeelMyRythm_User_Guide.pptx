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70ae02a2a44d0d" /><Relationship Type="http://schemas.openxmlformats.org/officeDocument/2006/relationships/extended-properties" Target="/docProps/app.xml" Id="R73a85c4fb1f84ae0" /><Relationship Type="http://schemas.openxmlformats.org/officeDocument/2006/relationships/officeDocument" Target="/ppt/presentation.xml" Id="R2bd45d84742f4a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5fb4cd37264b75"/>
  </p:sldMasterIdLst>
  <p:notesMasterIdLst>
    <p:notesMasterId xmlns:r="http://schemas.openxmlformats.org/officeDocument/2006/relationships" r:id="R83003aa8c9034499"/>
  </p:notesMasterIdLst>
  <p:sldIdLst>
    <p:sldId xmlns:r="http://schemas.openxmlformats.org/officeDocument/2006/relationships" id="256" r:id="R6ece882d34b54b40"/>
    <p:sldId xmlns:r="http://schemas.openxmlformats.org/officeDocument/2006/relationships" id="257" r:id="Rf4d5319ca7b441b6"/>
    <p:sldId xmlns:r="http://schemas.openxmlformats.org/officeDocument/2006/relationships" id="258" r:id="Rb74b93b7ffdf4e5c"/>
    <p:sldId xmlns:r="http://schemas.openxmlformats.org/officeDocument/2006/relationships" id="259" r:id="Ra5fd5b441a1d484c"/>
    <p:sldId xmlns:r="http://schemas.openxmlformats.org/officeDocument/2006/relationships" id="260" r:id="Rb4cb7c19c4b049e8"/>
    <p:sldId xmlns:r="http://schemas.openxmlformats.org/officeDocument/2006/relationships" id="261" r:id="R608f2547a942495a"/>
    <p:sldId xmlns:r="http://schemas.openxmlformats.org/officeDocument/2006/relationships" id="262" r:id="R852c04676a1f42ca"/>
    <p:sldId xmlns:r="http://schemas.openxmlformats.org/officeDocument/2006/relationships" id="263" r:id="R901b187c4ddb4c8c"/>
    <p:sldId xmlns:r="http://schemas.openxmlformats.org/officeDocument/2006/relationships" id="264" r:id="Red71679721da49bf"/>
    <p:sldId xmlns:r="http://schemas.openxmlformats.org/officeDocument/2006/relationships" id="265" r:id="R08e3dd19c77e4266"/>
    <p:sldId xmlns:r="http://schemas.openxmlformats.org/officeDocument/2006/relationships" id="266" r:id="R6b5cd9445a974123"/>
    <p:sldId xmlns:r="http://schemas.openxmlformats.org/officeDocument/2006/relationships" id="267" r:id="R2c8c7656a21540d9"/>
    <p:sldId xmlns:r="http://schemas.openxmlformats.org/officeDocument/2006/relationships" id="268" r:id="R9cb0c895d747458d"/>
    <p:sldId xmlns:r="http://schemas.openxmlformats.org/officeDocument/2006/relationships" id="269" r:id="R044850e71d964834"/>
    <p:sldId xmlns:r="http://schemas.openxmlformats.org/officeDocument/2006/relationships" id="270" r:id="Rc4875a119d8549b3"/>
    <p:sldId xmlns:r="http://schemas.openxmlformats.org/officeDocument/2006/relationships" id="271" r:id="R875dcefa795d4485"/>
    <p:sldId xmlns:r="http://schemas.openxmlformats.org/officeDocument/2006/relationships" id="272" r:id="R1f5ff50285c54319"/>
    <p:sldId xmlns:r="http://schemas.openxmlformats.org/officeDocument/2006/relationships" id="273" r:id="Rfe75dd641c804edf"/>
    <p:sldId xmlns:r="http://schemas.openxmlformats.org/officeDocument/2006/relationships" id="274" r:id="R6c93b3e4519c46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9d8f885454767" /><Relationship Type="http://schemas.openxmlformats.org/officeDocument/2006/relationships/slideMaster" Target="/ppt/slideMasters/slideMaster1.xml" Id="Rdd5fb4cd37264b75" /><Relationship Type="http://schemas.openxmlformats.org/officeDocument/2006/relationships/notesMaster" Target="/ppt/notesMasters/notesMaster1.xml" Id="R83003aa8c9034499" /><Relationship Type="http://schemas.openxmlformats.org/officeDocument/2006/relationships/presProps" Target="/ppt/presProps.xml" Id="Rd313c0d9f7d64907" /><Relationship Type="http://schemas.openxmlformats.org/officeDocument/2006/relationships/tableStyles" Target="/ppt/tableStyles.xml" Id="Rf9a029ddea2a4a07" /><Relationship Type="http://schemas.openxmlformats.org/officeDocument/2006/relationships/slide" Target="/ppt/slides/slide1.xml" Id="R6ece882d34b54b40" /><Relationship Type="http://schemas.openxmlformats.org/officeDocument/2006/relationships/slide" Target="/ppt/slides/slide2.xml" Id="Rf4d5319ca7b441b6" /><Relationship Type="http://schemas.openxmlformats.org/officeDocument/2006/relationships/slide" Target="/ppt/slides/slide3.xml" Id="Rb74b93b7ffdf4e5c" /><Relationship Type="http://schemas.openxmlformats.org/officeDocument/2006/relationships/slide" Target="/ppt/slides/slide4.xml" Id="Ra5fd5b441a1d484c" /><Relationship Type="http://schemas.openxmlformats.org/officeDocument/2006/relationships/slide" Target="/ppt/slides/slide5.xml" Id="Rb4cb7c19c4b049e8" /><Relationship Type="http://schemas.openxmlformats.org/officeDocument/2006/relationships/slide" Target="/ppt/slides/slide6.xml" Id="R608f2547a942495a" /><Relationship Type="http://schemas.openxmlformats.org/officeDocument/2006/relationships/slide" Target="/ppt/slides/slide7.xml" Id="R852c04676a1f42ca" /><Relationship Type="http://schemas.openxmlformats.org/officeDocument/2006/relationships/slide" Target="/ppt/slides/slide8.xml" Id="R901b187c4ddb4c8c" /><Relationship Type="http://schemas.openxmlformats.org/officeDocument/2006/relationships/slide" Target="/ppt/slides/slide9.xml" Id="Red71679721da49bf" /><Relationship Type="http://schemas.openxmlformats.org/officeDocument/2006/relationships/slide" Target="/ppt/slides/slide10.xml" Id="R08e3dd19c77e4266" /><Relationship Type="http://schemas.openxmlformats.org/officeDocument/2006/relationships/slide" Target="/ppt/slides/slide11.xml" Id="R6b5cd9445a974123" /><Relationship Type="http://schemas.openxmlformats.org/officeDocument/2006/relationships/slide" Target="/ppt/slides/slide12.xml" Id="R2c8c7656a21540d9" /><Relationship Type="http://schemas.openxmlformats.org/officeDocument/2006/relationships/slide" Target="/ppt/slides/slide13.xml" Id="R9cb0c895d747458d" /><Relationship Type="http://schemas.openxmlformats.org/officeDocument/2006/relationships/slide" Target="/ppt/slides/slide14.xml" Id="R044850e71d964834" /><Relationship Type="http://schemas.openxmlformats.org/officeDocument/2006/relationships/slide" Target="/ppt/slides/slide15.xml" Id="Rc4875a119d8549b3" /><Relationship Type="http://schemas.openxmlformats.org/officeDocument/2006/relationships/slide" Target="/ppt/slides/slide16.xml" Id="R875dcefa795d4485" /><Relationship Type="http://schemas.openxmlformats.org/officeDocument/2006/relationships/slide" Target="/ppt/slides/slide17.xml" Id="R1f5ff50285c54319" /><Relationship Type="http://schemas.openxmlformats.org/officeDocument/2006/relationships/slide" Target="/ppt/slides/slide18.xml" Id="Rfe75dd641c804edf" /><Relationship Type="http://schemas.openxmlformats.org/officeDocument/2006/relationships/slide" Target="/ppt/slides/slide19.xml" Id="R6c93b3e4519c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44fd24d73e48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25e0ff68e249be" /><Relationship Type="http://schemas.openxmlformats.org/officeDocument/2006/relationships/notesMaster" Target="/ppt/notesMasters/notesMaster1.xml" Id="Rb06e1b6fb7cc43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31d63ee8d4ab7" /><Relationship Type="http://schemas.openxmlformats.org/officeDocument/2006/relationships/notesMaster" Target="/ppt/notesMasters/notesMaster1.xml" Id="R0b7bdc460241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61db2083a34bc3" /><Relationship Type="http://schemas.openxmlformats.org/officeDocument/2006/relationships/notesMaster" Target="/ppt/notesMasters/notesMaster1.xml" Id="R169fc95fdc014f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fb50477fdd463d" /><Relationship Type="http://schemas.openxmlformats.org/officeDocument/2006/relationships/notesMaster" Target="/ppt/notesMasters/notesMaster1.xml" Id="Rd91d380a19c44d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666f1389844a40" /><Relationship Type="http://schemas.openxmlformats.org/officeDocument/2006/relationships/notesMaster" Target="/ppt/notesMasters/notesMaster1.xml" Id="R6444c6e39a94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a37c258d74f40" /><Relationship Type="http://schemas.openxmlformats.org/officeDocument/2006/relationships/notesMaster" Target="/ppt/notesMasters/notesMaster1.xml" Id="R9c78725f983c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ccb0980dce4f89" /><Relationship Type="http://schemas.openxmlformats.org/officeDocument/2006/relationships/notesMaster" Target="/ppt/notesMasters/notesMaster1.xml" Id="R68415c0dec7443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bf22044268448d" /><Relationship Type="http://schemas.openxmlformats.org/officeDocument/2006/relationships/notesMaster" Target="/ppt/notesMasters/notesMaster1.xml" Id="R31650ed6b955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22e18a803b49cd" /><Relationship Type="http://schemas.openxmlformats.org/officeDocument/2006/relationships/notesMaster" Target="/ppt/notesMasters/notesMaster1.xml" Id="Ra9fe332b7a0841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7c7db94e294355" /><Relationship Type="http://schemas.openxmlformats.org/officeDocument/2006/relationships/notesMaster" Target="/ppt/notesMasters/notesMaster1.xml" Id="R129e5238ff574e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7a5193552c4797" /><Relationship Type="http://schemas.openxmlformats.org/officeDocument/2006/relationships/notesMaster" Target="/ppt/notesMasters/notesMaster1.xml" Id="R879be424d32f47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958151349344e7" /><Relationship Type="http://schemas.openxmlformats.org/officeDocument/2006/relationships/notesMaster" Target="/ppt/notesMasters/notesMaster1.xml" Id="R0a248bf7d67e40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53201407d34368" /><Relationship Type="http://schemas.openxmlformats.org/officeDocument/2006/relationships/notesMaster" Target="/ppt/notesMasters/notesMaster1.xml" Id="R519dd8b3c08b4e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46ae9f5b2f448c" /><Relationship Type="http://schemas.openxmlformats.org/officeDocument/2006/relationships/notesMaster" Target="/ppt/notesMasters/notesMaster1.xml" Id="R1ce64d6615cd48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f8fc9313334cfe" /><Relationship Type="http://schemas.openxmlformats.org/officeDocument/2006/relationships/notesMaster" Target="/ppt/notesMasters/notesMaster1.xml" Id="R8f707a9d2c7641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e59e0773c84723" /><Relationship Type="http://schemas.openxmlformats.org/officeDocument/2006/relationships/notesMaster" Target="/ppt/notesMasters/notesMaster1.xml" Id="R47dec223578642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f8d61df7e3488a" /><Relationship Type="http://schemas.openxmlformats.org/officeDocument/2006/relationships/notesMaster" Target="/ppt/notesMasters/notesMaster1.xml" Id="R2fb101a6df3849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4e097781404043" /><Relationship Type="http://schemas.openxmlformats.org/officeDocument/2006/relationships/notesMaster" Target="/ppt/notesMasters/notesMaster1.xml" Id="Rd9fa7f5635ff48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aeebdd6b9614d22" /><Relationship Type="http://schemas.openxmlformats.org/officeDocument/2006/relationships/notesMaster" Target="/ppt/notesMasters/notesMaster1.xml" Id="R7402bb9e6f5b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가이드는 개인 연습에서 팀 합주까지 이어지는 전체 경로를 설명합니다. 먼저 메트로놈으로 시작하고 필요할 때 팀·악보 기능으로 확장합니다.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</a:t>
            </a:r>
          </a:p>
          <a:p xmlns:a="http://schemas.openxmlformats.org/drawingml/2006/main">
            <a:r>
              <a:t>- docs/FEATURES.md</a:t>
            </a:r>
          </a:p>
          <a:p xmlns:a="http://schemas.openxmlformats.org/drawingml/2006/main">
            <a:r>
              <a:t>- apps/web/src/pages/MetronomePage.tsx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기능은 계정 없이 바로 쓸 수 있습니다. 공유 데이터는 로그인과 서버 권한이 필요하며, 오프라인 사본은 편집이 아니라 읽기 전용 복구 경로입니다.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§§1–3</a:t>
            </a:r>
          </a:p>
          <a:p xmlns:a="http://schemas.openxmlformats.org/drawingml/2006/main">
            <a:r>
              <a:t>- AGENTS.md — Tempo map, scores, and offline data</a:t>
            </a:r>
          </a:p>
          <a:p xmlns:a="http://schemas.openxmlformats.org/drawingml/2006/main">
            <a:r>
              <a:t>- apps/web/src/lib/localDb.ts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모바일 하단에는 가장 자주 쓰는 다섯 목적지만 남겼습니다. 256px 폭에서도 라벨은 11px 아래로 줄지 않습니다. 데스크톱에서는 같은 목적지가 왼쪽 사이드바에 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§2</a:t>
            </a:r>
          </a:p>
          <a:p xmlns:a="http://schemas.openxmlformats.org/drawingml/2006/main">
            <a:r>
              <a:t>- docs/RESPONSIVE_UX.md §3</a:t>
            </a:r>
          </a:p>
          <a:p xmlns:a="http://schemas.openxmlformats.org/drawingml/2006/main">
            <a:r>
              <a:t>- apps/web/src/components/AppShell.tsx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캡처는 codex 로컬 인증 빌드입니다. 실제 공개 웹은 중앙 SSO만 사용합니다. 모바일 production SSO는 별도 native callback이 아직 출시 게이트입니다.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§4</a:t>
            </a:r>
          </a:p>
          <a:p xmlns:a="http://schemas.openxmlformats.org/drawingml/2006/main">
            <a:r>
              <a:t>- AGENTS.md — Mobile boundary / SSO mode</a:t>
            </a:r>
          </a:p>
          <a:p xmlns:a="http://schemas.openxmlformats.org/drawingml/2006/main">
            <a:r>
              <a:t>- apps/web/src/lib/auth.tsx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사용자는 템포맵이나 계정을 먼저 만들 필요가 없습니다. 기본 100 BPM, 4/4에서 바로 재생하고 조작 위치를 익히는 것이 가장 빠릅니다.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§6</a:t>
            </a:r>
          </a:p>
          <a:p xmlns:a="http://schemas.openxmlformats.org/drawingml/2006/main">
            <a:r>
              <a:t>- apps/web/src/pages/MetronomePage.tsx</a:t>
            </a:r>
          </a:p>
          <a:p xmlns:a="http://schemas.openxmlformats.org/drawingml/2006/main">
            <a:r>
              <a:t>- apps/web/src/lib/useMetronome.ts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박은 단일 색상 이벤트가 아닙니다. 다운비트는 더 큰 원과 강한 윤곽을 쓰고, 모든 슬롯에 번호를 남겨 기억보다 인식을 우선합니다.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docs/DESIGN.md §9</a:t>
            </a:r>
          </a:p>
          <a:p xmlns:a="http://schemas.openxmlformats.org/drawingml/2006/main">
            <a:r>
              <a:t>- docs/UI_DESIGN.md §7.1</a:t>
            </a:r>
          </a:p>
          <a:p xmlns:a="http://schemas.openxmlformats.org/drawingml/2006/main">
            <a:r>
              <a:t>- packages/ui/src/BeatVisualizer.tsx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좌우 드래그는 모바일 세로 스크롤과 충돌할 수 있어 제공하지 않습니다. 직접 입력은 앱 dialog 안에서 범위와 오류를 설명하고 닫힌 뒤 원래 BPM 버튼으로 초점을 돌립니다.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docs/UI_DESIGN.md §6</a:t>
            </a:r>
          </a:p>
          <a:p xmlns:a="http://schemas.openxmlformats.org/drawingml/2006/main">
            <a:r>
              <a:t>- docs/USER_GUIDE.md §6</a:t>
            </a:r>
          </a:p>
          <a:p xmlns:a="http://schemas.openxmlformats.org/drawingml/2006/main">
            <a:r>
              <a:t>- apps/web/src/pages/MetronomePage.tsx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보면대 모드는 단순 확대가 아니라 집중 모드입니다. 보이지 않는 AppShell 조작까지 inert와 aria-hidden으로 격리하며, 짧은 화면에서는 겹침 대신 세로 스크롤을 허용합니다.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§6</a:t>
            </a:r>
          </a:p>
          <a:p xmlns:a="http://schemas.openxmlformats.org/drawingml/2006/main">
            <a:r>
              <a:t>- docs/UI_DESIGN.md §7.1</a:t>
            </a:r>
          </a:p>
          <a:p xmlns:a="http://schemas.openxmlformats.org/drawingml/2006/main">
            <a:r>
              <a:t>- apps/web/src/pages/MetronomePage.tsx</a:t>
            </a:r>
          </a:p>
          <a:p xmlns:a="http://schemas.openxmlformats.org/drawingml/2006/main">
            <a:r>
              <a:t>- e2e/ux-accessibility.spec.ts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경계에 빈틈이나 겹침이 없어야 합니다. 반복과 이동 지시는 저장 JSON이 아니라 펼쳐진 연주 순서와 예상 길이로 검증합니다.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§7</a:t>
            </a:r>
          </a:p>
          <a:p xmlns:a="http://schemas.openxmlformats.org/drawingml/2006/main">
            <a:r>
              <a:t>- docs/FEATURES.md §2</a:t>
            </a:r>
          </a:p>
          <a:p xmlns:a="http://schemas.openxmlformats.org/drawingml/2006/main">
            <a:r>
              <a:t>- apps/web/src/pages/EditorPage.tsx</a:t>
            </a:r>
          </a:p>
          <a:p xmlns:a="http://schemas.openxmlformats.org/drawingml/2006/main">
            <a:r>
              <a:t>- packages/core/src/timeline.ts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오프라인 캐시는 편집 지속 기능이 아니라 안전한 열람 복구입니다. 서버 권한과 revision을 우회하지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 — Tempo map, scores, and offline data</a:t>
            </a:r>
          </a:p>
          <a:p xmlns:a="http://schemas.openxmlformats.org/drawingml/2006/main">
            <a:r>
              <a:t>- docs/USER_GUIDE.md §§6–7</a:t>
            </a:r>
          </a:p>
          <a:p xmlns:a="http://schemas.openxmlformats.org/drawingml/2006/main">
            <a:r>
              <a:t>- apps/web/src/pages/EditorPage.tsx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그룹을 만들고, 공연이나 팀 단위 프로젝트 안에 곡을 추가합니다. member에게 편집 버튼이 보이지 않아도 서버가 항상 권한을 재검사합니다.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§5</a:t>
            </a:r>
          </a:p>
          <a:p xmlns:a="http://schemas.openxmlformats.org/drawingml/2006/main">
            <a:r>
              <a:t>- docs/FEATURES.md §7</a:t>
            </a:r>
          </a:p>
          <a:p xmlns:a="http://schemas.openxmlformats.org/drawingml/2006/main">
            <a:r>
              <a:t>- apps/web/src/pages/DashboardPage.tsx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출력 보정은 기기·출력 장치 조합마다 달라질 수 있습니다. 튜너는 마이크 single-flight로 시작하며 화면 이탈이나 취소 때 늦게 도착한 stream도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§11</a:t>
            </a:r>
          </a:p>
          <a:p xmlns:a="http://schemas.openxmlformats.org/drawingml/2006/main">
            <a:r>
              <a:t>- docs/FEATURES.md §6</a:t>
            </a:r>
          </a:p>
          <a:p xmlns:a="http://schemas.openxmlformats.org/drawingml/2006/main">
            <a:r>
              <a:t>- apps/web/src/pages/CalibrationPage.tsx</a:t>
            </a:r>
          </a:p>
          <a:p xmlns:a="http://schemas.openxmlformats.org/drawingml/2006/main">
            <a:r>
              <a:t>- apps/web/src/pages/TunerPage.tsx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서버가 매 박을 스트리밍하지 않습니다. 시작 anchor와 현재 transport를 합의하고 각 기기가 로컬 오디오 클럭으로 재생합니다. 재연결은 다음 마디 경계에서 합류합니다.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docs/DESIGN.md §6</a:t>
            </a:r>
          </a:p>
          <a:p xmlns:a="http://schemas.openxmlformats.org/drawingml/2006/main">
            <a:r>
              <a:t>- docs/USER_GUIDE.md §8</a:t>
            </a:r>
          </a:p>
          <a:p xmlns:a="http://schemas.openxmlformats.org/drawingml/2006/main">
            <a:r>
              <a:t>- AGENTS.md — Realtime and audio</a:t>
            </a:r>
          </a:p>
          <a:p xmlns:a="http://schemas.openxmlformats.org/drawingml/2006/main">
            <a:r>
              <a:t>- apps/web/src/pages/SessionPage.tsx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악보는 staging에서 final로 승격된 뒤에만 ready가 됩니다. OMR은 best-effort 초안이며 revision에 묶입니다. 현재 운영 profile에서 OMR이 꺼져 있을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§9</a:t>
            </a:r>
          </a:p>
          <a:p xmlns:a="http://schemas.openxmlformats.org/drawingml/2006/main">
            <a:r>
              <a:t>- AGENTS.md — Tempo map, scores, and offline data</a:t>
            </a:r>
          </a:p>
          <a:p xmlns:a="http://schemas.openxmlformats.org/drawingml/2006/main">
            <a:r>
              <a:t>- apps/web/src/pages/ScoresPage.tsx</a:t>
            </a:r>
          </a:p>
          <a:p xmlns:a="http://schemas.openxmlformats.org/drawingml/2006/main">
            <a:r>
              <a:t>- apps/server/app/omr.py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좌표는 보이는 viewport나 확대된 이미지가 아니라 score page surface에 정규화합니다. 파트 전환은 같은 canonical 마디를 기준으로 재투영합니다.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§9</a:t>
            </a:r>
          </a:p>
          <a:p xmlns:a="http://schemas.openxmlformats.org/drawingml/2006/main">
            <a:r>
              <a:t>- AGENTS.md — Score coordinate and annotation contracts</a:t>
            </a:r>
          </a:p>
          <a:p xmlns:a="http://schemas.openxmlformats.org/drawingml/2006/main">
            <a:r>
              <a:t>- apps/web/src/pages/ScoresPage.tsx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연습일지는 Markdown 본문에 선택적으로 마디/악보 위치를 연결합니다. 할일은 팀 담당자와 기한을 붙여 다음 연습의 행동으로 바꿉니다.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§10</a:t>
            </a:r>
          </a:p>
          <a:p xmlns:a="http://schemas.openxmlformats.org/drawingml/2006/main">
            <a:r>
              <a:t>- docs/FEATURES.md §5</a:t>
            </a:r>
          </a:p>
          <a:p xmlns:a="http://schemas.openxmlformats.org/drawingml/2006/main">
            <a:r>
              <a:t>- apps/web/src/pages/PracticePage.tsx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freesourc.es에서 찾은 대비 도구와 adaptive layout 자료는 원칙만 참고했고 외부 테마 자산은 복사하지 않았습니다. 다크와 라이트 모두 자동 대비 계산을 통과합니다.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docs/UI_DESIGN.md §§2, 8, 10</a:t>
            </a:r>
          </a:p>
          <a:p xmlns:a="http://schemas.openxmlformats.org/drawingml/2006/main">
            <a:r>
              <a:t>- docs/RESPONSIVE_UX.md §5</a:t>
            </a:r>
          </a:p>
          <a:p xmlns:a="http://schemas.openxmlformats.org/drawingml/2006/main">
            <a:r>
              <a:t>- e2e/ux-accessibility.spec.ts</a:t>
            </a:r>
          </a:p>
          <a:p xmlns:a="http://schemas.openxmlformats.org/drawingml/2006/main">
            <a:r>
              <a:t>- https://freesourc.es/Color</a:t>
            </a:r>
          </a:p>
          <a:p xmlns:a="http://schemas.openxmlformats.org/drawingml/2006/main">
            <a:r>
              <a:t>- https://freesourc.es/Development</a:t>
            </a:r>
          </a:p>
          <a:p xmlns:a="http://schemas.openxmlformats.org/drawingml/2006/main">
            <a:r>
              <a:t>- https://www.w3.org/WAI/WCAG22/Understanding/contrast-minimum</a:t>
            </a:r>
          </a:p>
          <a:p xmlns:a="http://schemas.openxmlformats.org/drawingml/2006/main">
            <a:r>
              <a:t>- https://www.w3.org/WAI/WCAG22/Understanding/non-text-contrast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웹/API 운영에 영향 없는 미구현 mobile release 기능과, 실제 장비가 있어야 닫히는 검증을 구분합니다. 캐시는 권한·삭제·서버 오류를 숨기는 수단이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 §§14–15</a:t>
            </a:r>
          </a:p>
          <a:p xmlns:a="http://schemas.openxmlformats.org/drawingml/2006/main">
            <a:r>
              <a:t>- docs/IMPLEMENTATION_RETROSPECTIVE.md §8</a:t>
            </a:r>
          </a:p>
          <a:p xmlns:a="http://schemas.openxmlformats.org/drawingml/2006/main">
            <a:r>
              <a:t>- AGENTS.md — Mobile boundary / Deployment contracts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다섯 단계가 전체 제품의 권장 사용 순서입니다. 모든 기능을 한 번에 설정할 필요는 없습니다. 문제를 발견한 마디를 다음 연습의 시작점으로 남기는 것이 핵심입니다.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docs/USER_GUIDE.md</a:t>
            </a:r>
          </a:p>
          <a:p xmlns:a="http://schemas.openxmlformats.org/drawingml/2006/main">
            <a:r>
              <a:t>- docs/FEATURES.md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fcd83844441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865f95b324cd4" /><Relationship Type="http://schemas.openxmlformats.org/officeDocument/2006/relationships/slideLayout" Target="/ppt/slideLayouts/slideLayout1.xml" Id="R78b72f117d2c44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72f117d2c44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f4fd83b464093" /><Relationship Type="http://schemas.openxmlformats.org/officeDocument/2006/relationships/image" Target="/ppt/media/image.png" Id="R84680123be134e68" /><Relationship Type="http://schemas.openxmlformats.org/officeDocument/2006/relationships/notesSlide" Target="/ppt/notesSlides/notesSlide1.xml" Id="R56ea348e2f7d49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17da41af14ba3" /><Relationship Type="http://schemas.openxmlformats.org/officeDocument/2006/relationships/notesSlide" Target="/ppt/notesSlides/notesSlide2.xml" Id="R6967f3b1be794e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a461f62014fb3" /><Relationship Type="http://schemas.openxmlformats.org/officeDocument/2006/relationships/image" Target="/ppt/media/image.jpeg" Id="Raa92ac98124447af" /><Relationship Type="http://schemas.openxmlformats.org/officeDocument/2006/relationships/notesSlide" Target="/ppt/notesSlides/notesSlide3.xml" Id="R5a4543ab08c248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2d5656be642d7" /><Relationship Type="http://schemas.openxmlformats.org/officeDocument/2006/relationships/image" Target="/ppt/media/image2.jpeg" Id="R162a837825a4470a" /><Relationship Type="http://schemas.openxmlformats.org/officeDocument/2006/relationships/notesSlide" Target="/ppt/notesSlides/notesSlide4.xml" Id="R73c382435dee42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d57f65bfb4621" /><Relationship Type="http://schemas.openxmlformats.org/officeDocument/2006/relationships/image" Target="/ppt/media/image2.png" Id="R3c38e51a5d8e4e40" /><Relationship Type="http://schemas.openxmlformats.org/officeDocument/2006/relationships/notesSlide" Target="/ppt/notesSlides/notesSlide5.xml" Id="R134dfd3710c842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b3564b19d4b4d" /><Relationship Type="http://schemas.openxmlformats.org/officeDocument/2006/relationships/notesSlide" Target="/ppt/notesSlides/notesSlide6.xml" Id="Rcb0b256c8e1e45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c2849ff5049d7" /><Relationship Type="http://schemas.openxmlformats.org/officeDocument/2006/relationships/image" Target="/ppt/media/image3.png" Id="R551e25ec22254e1c" /><Relationship Type="http://schemas.openxmlformats.org/officeDocument/2006/relationships/notesSlide" Target="/ppt/notesSlides/notesSlide7.xml" Id="Re65ab31d29f7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07411c6a044a8" /><Relationship Type="http://schemas.openxmlformats.org/officeDocument/2006/relationships/image" Target="/ppt/media/image4.png" Id="R03c25df5c6784412" /><Relationship Type="http://schemas.openxmlformats.org/officeDocument/2006/relationships/notesSlide" Target="/ppt/notesSlides/notesSlide8.xml" Id="R5faa862b60964a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f95f778a549c9" /><Relationship Type="http://schemas.openxmlformats.org/officeDocument/2006/relationships/image" Target="/ppt/media/image3.jpeg" Id="R6f0dd48a47a64d7f" /><Relationship Type="http://schemas.openxmlformats.org/officeDocument/2006/relationships/notesSlide" Target="/ppt/notesSlides/notesSlide9.xml" Id="Raa9e7301c6874b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6eff8dd194584" /><Relationship Type="http://schemas.openxmlformats.org/officeDocument/2006/relationships/notesSlide" Target="/ppt/notesSlides/notesSlide10.xml" Id="R5f792c1f65c74d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f6e4b801d4235" /><Relationship Type="http://schemas.openxmlformats.org/officeDocument/2006/relationships/image" Target="/ppt/media/image4.jpeg" Id="Rdf9c8098b45d45a7" /><Relationship Type="http://schemas.openxmlformats.org/officeDocument/2006/relationships/notesSlide" Target="/ppt/notesSlides/notesSlide11.xml" Id="R83d48e82e47e48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21babf2e34c05" /><Relationship Type="http://schemas.openxmlformats.org/officeDocument/2006/relationships/image" Target="/ppt/media/image5.jpeg" Id="R5256fd43079748a3" /><Relationship Type="http://schemas.openxmlformats.org/officeDocument/2006/relationships/image" Target="/ppt/media/image6.jpeg" Id="Rd0e414959f534307" /><Relationship Type="http://schemas.openxmlformats.org/officeDocument/2006/relationships/notesSlide" Target="/ppt/notesSlides/notesSlide12.xml" Id="Rab4ea1475986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b2aafab244b09" /><Relationship Type="http://schemas.openxmlformats.org/officeDocument/2006/relationships/image" Target="/ppt/media/image7.jpeg" Id="Rd4922267da3241e5" /><Relationship Type="http://schemas.openxmlformats.org/officeDocument/2006/relationships/notesSlide" Target="/ppt/notesSlides/notesSlide13.xml" Id="R8af23465815249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d604b30f46ac" /><Relationship Type="http://schemas.openxmlformats.org/officeDocument/2006/relationships/image" Target="/ppt/media/image8.jpeg" Id="Rd493494d6b1b4ee0" /><Relationship Type="http://schemas.openxmlformats.org/officeDocument/2006/relationships/notesSlide" Target="/ppt/notesSlides/notesSlide14.xml" Id="R98a37413868449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08aeb85f74bde" /><Relationship Type="http://schemas.openxmlformats.org/officeDocument/2006/relationships/notesSlide" Target="/ppt/notesSlides/notesSlide15.xml" Id="Rfdb39a54d7c945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fc1d5fa944d9a" /><Relationship Type="http://schemas.openxmlformats.org/officeDocument/2006/relationships/image" Target="/ppt/media/image9.jpeg" Id="R37d8f7bd3f454f33" /><Relationship Type="http://schemas.openxmlformats.org/officeDocument/2006/relationships/notesSlide" Target="/ppt/notesSlides/notesSlide16.xml" Id="Ra50c477225b549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aee3caecf4015" /><Relationship Type="http://schemas.openxmlformats.org/officeDocument/2006/relationships/image" Target="/ppt/media/image10.jpeg" Id="R7d17cced30a04206" /><Relationship Type="http://schemas.openxmlformats.org/officeDocument/2006/relationships/notesSlide" Target="/ppt/notesSlides/notesSlide17.xml" Id="R4928e241b8914a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6e746d26b4e5d" /><Relationship Type="http://schemas.openxmlformats.org/officeDocument/2006/relationships/notesSlide" Target="/ppt/notesSlides/notesSlide18.xml" Id="Re3d6b3912df344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f93b8bac44237" /><Relationship Type="http://schemas.openxmlformats.org/officeDocument/2006/relationships/notesSlide" Target="/ppt/notesSlides/notesSlide19.xml" Id="Rbd6463c9d32646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gold-bar">
            <a:extLst xmlns:a="http://schemas.openxmlformats.org/drawingml/2006/main">
              <a:ext uri="{FF2B5EF4-FFF2-40B4-BE49-F238E27FC236}">
                <a16:creationId xmlns:a16="http://schemas.microsoft.com/office/drawing/2014/main" id="{38B15807-4547-4D44-BE7D-E25B9F929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43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C63860D-B3E6-4EEE-BCFA-82CDF481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FEELMYRYTHM · USER GUIDE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27587DE-D277-4B2F-8501-2F6C59501AA5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28700" y="1352550"/>
            <a:ext cx="4762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함께 맞추는 연습,</a:t>
            </a:r>
          </a:p>
          <a:p xmlns:a="http://schemas.openxmlformats.org/drawingml/2006/main">
            <a:pPr algn="l">
              <a:defRPr sz="51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처음부터 끝까지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81EB162-542E-4789-96A2-AC25AD7F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메트로놈 · 템포맵 · 앙상블 · 악보 · 연습 기록</a:t>
            </a:r>
          </a:p>
        </p:txBody>
      </p:sp>
      <p:sp>
        <p:nvSpPr>
          <p:cNvPr id="5" name="cover-version-bg">
            <a:extLst xmlns:a="http://schemas.openxmlformats.org/drawingml/2006/main">
              <a:ext uri="{FF2B5EF4-FFF2-40B4-BE49-F238E27FC236}">
                <a16:creationId xmlns:a16="http://schemas.microsoft.com/office/drawing/2014/main" id="{78D9BC85-2184-4D4A-BB2D-3E4479A0F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857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version-label">
            <a:extLst xmlns:a="http://schemas.openxmlformats.org/drawingml/2006/main">
              <a:ext uri="{FF2B5EF4-FFF2-40B4-BE49-F238E27FC236}">
                <a16:creationId xmlns:a16="http://schemas.microsoft.com/office/drawing/2014/main" id="{5D1D302D-179D-4DEB-8C88-412DC7AB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2026.08 · 상세 가이드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BF7C4EA3-1CA2-444B-8059-667D9D8E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실제 앱 화면과 현재 운영 제약을 기준으로 작성</a:t>
            </a:r>
          </a:p>
        </p:txBody>
      </p:sp>
      <p:sp>
        <p:nvSpPr>
          <p:cNvPr id="8" name="cover-product-frame">
            <a:extLst xmlns:a="http://schemas.openxmlformats.org/drawingml/2006/main">
              <a:ext uri="{FF2B5EF4-FFF2-40B4-BE49-F238E27FC236}">
                <a16:creationId xmlns:a16="http://schemas.microsoft.com/office/drawing/2014/main" id="{EBDD6F77-6391-4A6C-8404-738171187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4350"/>
            <a:ext cx="5467350" cy="5848350"/>
          </a:xfrm>
          <a:prstGeom xmlns:a="http://schemas.openxmlformats.org/drawingml/2006/main" prst="roundRect">
            <a:avLst>
              <a:gd name="adj" fmla="val 418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Screenshot 1.1" title="데스크톱 메트로놈에서 크게 표시된 박 원, BPM, 현재 마디와 재생 조작" descr="데스크톱 메트로놈에서 크게 표시된 박 원, BPM, 현재 마디와 재생 조작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0123be134e68"/>
          <a:srcRect xmlns:a="http://schemas.openxmlformats.org/drawingml/2006/main" l="20799" t="0" r="207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533400"/>
            <a:ext cx="5429250" cy="5810250"/>
          </a:xfrm>
          <a:prstGeom xmlns:a="http://schemas.openxmlformats.org/drawingml/2006/main" prst="roundRect">
            <a:avLst>
              <a:gd name="adj" fmla="val 3860"/>
            </a:avLst>
          </a:prstGeom>
        </p:spPr>
      </p:pic>
    </p:spTree>
    <p:extLst>
      <p:ext uri="{BB962C8B-B14F-4D97-AF65-F5344CB8AC3E}">
        <p14:creationId xmlns:p14="http://schemas.microsoft.com/office/powerpoint/2010/main" val="756367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472C543D-C55E-4876-A703-3150E97B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시작 전 선택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758AFB9-7646-4689-B3C4-671F947C8983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개인 연습과 팀 공유는 저장 경계가 다릅니다</a:t>
            </a:r>
          </a:p>
        </p:txBody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A19DEDF9-A9DF-4887-80AF-0F785F4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로그인 여부보다 ‘누구와 공유하는 데이터인가’를 먼저 결정하세요.</a:t>
            </a:r>
          </a:p>
        </p:txBody>
      </p:sp>
      <p:sp>
        <p:nvSpPr>
          <p:cNvPr id="4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25FDEE2B-9C32-47B3-99B9-C1C0E6087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1275E75-8086-41E7-A098-B8EACC28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local-panel">
            <a:extLst xmlns:a="http://schemas.openxmlformats.org/drawingml/2006/main">
              <a:ext uri="{FF2B5EF4-FFF2-40B4-BE49-F238E27FC236}">
                <a16:creationId xmlns:a16="http://schemas.microsoft.com/office/drawing/2014/main" id="{179978E3-706F-482E-BABA-4281F79FE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local-label">
            <a:extLst xmlns:a="http://schemas.openxmlformats.org/drawingml/2006/main">
              <a:ext uri="{FF2B5EF4-FFF2-40B4-BE49-F238E27FC236}">
                <a16:creationId xmlns:a16="http://schemas.microsoft.com/office/drawing/2014/main" id="{7922F4C8-E9C0-40D8-AF0B-F1F6E134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개인 연습 · 로그인 불필요</a:t>
            </a:r>
          </a:p>
        </p:txBody>
      </p:sp>
      <p:sp>
        <p:nvSpPr>
          <p:cNvPr id="8" name="local-body">
            <a:extLst xmlns:a="http://schemas.openxmlformats.org/drawingml/2006/main">
              <a:ext uri="{FF2B5EF4-FFF2-40B4-BE49-F238E27FC236}">
                <a16:creationId xmlns:a16="http://schemas.microsoft.com/office/drawing/2014/main" id="{54C71BBF-890F-46C1-BBB1-4B1CB6A9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8387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로컬 메트로놈과 템포맵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이 기기의 악보와 연습일지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IndexedDB/localStorage에 저장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중요한 템포맵은 JSON으로 내보내기</a:t>
            </a:r>
          </a:p>
        </p:txBody>
      </p:sp>
      <p:sp>
        <p:nvSpPr>
          <p:cNvPr id="9" name="team-panel">
            <a:extLst xmlns:a="http://schemas.openxmlformats.org/drawingml/2006/main">
              <a:ext uri="{FF2B5EF4-FFF2-40B4-BE49-F238E27FC236}">
                <a16:creationId xmlns:a16="http://schemas.microsoft.com/office/drawing/2014/main" id="{C7BD1C4B-1F10-4F7C-AE83-85D84F8CA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2197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am-label">
            <a:extLst xmlns:a="http://schemas.openxmlformats.org/drawingml/2006/main">
              <a:ext uri="{FF2B5EF4-FFF2-40B4-BE49-F238E27FC236}">
                <a16:creationId xmlns:a16="http://schemas.microsoft.com/office/drawing/2014/main" id="{81093B7E-C417-4A93-9F91-C5D4169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팀 공유 · 로그인 필요</a:t>
            </a:r>
          </a:p>
        </p:txBody>
      </p:sp>
      <p:sp>
        <p:nvSpPr>
          <p:cNvPr id="11" name="team-body">
            <a:extLst xmlns:a="http://schemas.openxmlformats.org/drawingml/2006/main">
              <a:ext uri="{FF2B5EF4-FFF2-40B4-BE49-F238E27FC236}">
                <a16:creationId xmlns:a16="http://schemas.microsoft.com/office/drawing/2014/main" id="{5C64F946-8943-4BCF-8E36-A6530F4B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48387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그룹 → 프로젝트 → 레퍼토리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서버 템포맵·악보·주석·세션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owner / leader / member 권한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네트워크 실패 때만 사용자별 읽기 전용 사본</a:t>
            </a:r>
          </a:p>
        </p:txBody>
      </p:sp>
      <p:sp>
        <p:nvSpPr>
          <p:cNvPr id="12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114516FE-3E9F-4DD5-B887-4AC4BC6C7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8001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AA1250CA-4AB0-421F-AF56-325FE5F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05500"/>
            <a:ext cx="750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혼자 바로 연습 → 로컬     ·     합주·공유·권한 → 팀 workspace</a:t>
            </a:r>
          </a:p>
        </p:txBody>
      </p:sp>
    </p:spTree>
    <p:extLst>
      <p:ext uri="{BB962C8B-B14F-4D97-AF65-F5344CB8AC3E}">
        <p14:creationId xmlns:p14="http://schemas.microsoft.com/office/powerpoint/2010/main" val="1996240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5517F7D9-99C4-4BB3-8958-6DF1540C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탐색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9AAA630-61F7-4C9B-B610-00F0F377DC0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화면이 달라도 목적지는 같습니다</a:t>
            </a:r>
          </a:p>
        </p:txBody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5200D281-292B-4C2F-BB83-232C34F0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모바일은 다섯 개 핵심 탭, 나머지는 ‘더보기’에 모입니다.</a:t>
            </a:r>
          </a:p>
        </p:txBody>
      </p:sp>
      <p:sp>
        <p:nvSpPr>
          <p:cNvPr id="4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4452EDFA-F678-4FA7-B043-EF972EEA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1356B83-E45B-4748-ADE7-F4E4F10C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nav-mobile-frame">
            <a:extLst xmlns:a="http://schemas.openxmlformats.org/drawingml/2006/main">
              <a:ext uri="{FF2B5EF4-FFF2-40B4-BE49-F238E27FC236}">
                <a16:creationId xmlns:a16="http://schemas.microsoft.com/office/drawing/2014/main" id="{FBB6AF3E-03E4-446B-9F13-4E1AA3934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62100"/>
            <a:ext cx="2895600" cy="466725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Screenshot 3.1" title="모바일 더보기 메뉴에서 템포맵, 튜너, 프로젝트, 출력 보정, 설정, 계정으로 이동하는 화면" descr="모바일 더보기 메뉴에서 템포맵, 튜너, 프로젝트, 출력 보정, 설정, 계정으로 이동하는 화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2ac98124447af"/>
          <a:stretch xmlns:a="http://schemas.openxmlformats.org/drawingml/2006/main"/>
        </p:blipFill>
        <p:spPr>
          <a:xfrm xmlns:a="http://schemas.openxmlformats.org/drawingml/2006/main">
            <a:off x="8798369" y="1581150"/>
            <a:ext cx="2139062" cy="462915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8" name="nav-primary-title">
            <a:extLst xmlns:a="http://schemas.openxmlformats.org/drawingml/2006/main">
              <a:ext uri="{FF2B5EF4-FFF2-40B4-BE49-F238E27FC236}">
                <a16:creationId xmlns:a16="http://schemas.microsoft.com/office/drawing/2014/main" id="{F4E4B685-139D-46DC-B48B-1A68045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항상 보이는 5개</a:t>
            </a:r>
          </a:p>
        </p:txBody>
      </p:sp>
      <p:sp>
        <p:nvSpPr>
          <p:cNvPr id="9" name="nav-primary-0">
            <a:extLst xmlns:a="http://schemas.openxmlformats.org/drawingml/2006/main">
              <a:ext uri="{FF2B5EF4-FFF2-40B4-BE49-F238E27FC236}">
                <a16:creationId xmlns:a16="http://schemas.microsoft.com/office/drawing/2014/main" id="{B58F767C-1B45-4060-A7E5-C567B9DB4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257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9525">
            <a:solidFill>
              <a:srgbClr val="916C24"/>
            </a:solidFill>
            <a:prstDash val="solid"/>
          </a:ln>
        </p:spPr>
      </p:sp>
      <p:sp>
        <p:nvSpPr>
          <p:cNvPr id="10" name="nav-primary-text-0">
            <a:extLst xmlns:a="http://schemas.openxmlformats.org/drawingml/2006/main">
              <a:ext uri="{FF2B5EF4-FFF2-40B4-BE49-F238E27FC236}">
                <a16:creationId xmlns:a16="http://schemas.microsoft.com/office/drawing/2014/main" id="{B1A55659-BB9D-42FD-A9B1-CCD829A3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메트로놈</a:t>
            </a:r>
          </a:p>
        </p:txBody>
      </p:sp>
      <p:sp>
        <p:nvSpPr>
          <p:cNvPr id="11" name="nav-primary-1">
            <a:extLst xmlns:a="http://schemas.openxmlformats.org/drawingml/2006/main">
              <a:ext uri="{FF2B5EF4-FFF2-40B4-BE49-F238E27FC236}">
                <a16:creationId xmlns:a16="http://schemas.microsoft.com/office/drawing/2014/main" id="{BA919ECF-4C82-489A-BB76-C004D9204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47900"/>
            <a:ext cx="1257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av-primary-text-1">
            <a:extLst xmlns:a="http://schemas.openxmlformats.org/drawingml/2006/main">
              <a:ext uri="{FF2B5EF4-FFF2-40B4-BE49-F238E27FC236}">
                <a16:creationId xmlns:a16="http://schemas.microsoft.com/office/drawing/2014/main" id="{42C62CC7-A039-4A7E-A26A-8627F6C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악보</a:t>
            </a:r>
          </a:p>
        </p:txBody>
      </p:sp>
      <p:sp>
        <p:nvSpPr>
          <p:cNvPr id="13" name="nav-primary-2">
            <a:extLst xmlns:a="http://schemas.openxmlformats.org/drawingml/2006/main">
              <a:ext uri="{FF2B5EF4-FFF2-40B4-BE49-F238E27FC236}">
                <a16:creationId xmlns:a16="http://schemas.microsoft.com/office/drawing/2014/main" id="{8C61BED6-474A-498E-8FAE-328428CBC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1257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av-primary-text-2">
            <a:extLst xmlns:a="http://schemas.openxmlformats.org/drawingml/2006/main">
              <a:ext uri="{FF2B5EF4-FFF2-40B4-BE49-F238E27FC236}">
                <a16:creationId xmlns:a16="http://schemas.microsoft.com/office/drawing/2014/main" id="{91D04507-202F-411B-8169-F9A998B1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앙상블</a:t>
            </a:r>
          </a:p>
        </p:txBody>
      </p:sp>
      <p:sp>
        <p:nvSpPr>
          <p:cNvPr id="15" name="nav-primary-3">
            <a:extLst xmlns:a="http://schemas.openxmlformats.org/drawingml/2006/main">
              <a:ext uri="{FF2B5EF4-FFF2-40B4-BE49-F238E27FC236}">
                <a16:creationId xmlns:a16="http://schemas.microsoft.com/office/drawing/2014/main" id="{BA6D19F6-9F43-46E1-93EC-FB5FBB9D3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257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av-primary-text-3">
            <a:extLst xmlns:a="http://schemas.openxmlformats.org/drawingml/2006/main">
              <a:ext uri="{FF2B5EF4-FFF2-40B4-BE49-F238E27FC236}">
                <a16:creationId xmlns:a16="http://schemas.microsoft.com/office/drawing/2014/main" id="{F3EB6345-534B-4BA3-911A-EDD2667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연습</a:t>
            </a:r>
          </a:p>
        </p:txBody>
      </p:sp>
      <p:sp>
        <p:nvSpPr>
          <p:cNvPr id="17" name="nav-primary-4">
            <a:extLst xmlns:a="http://schemas.openxmlformats.org/drawingml/2006/main">
              <a:ext uri="{FF2B5EF4-FFF2-40B4-BE49-F238E27FC236}">
                <a16:creationId xmlns:a16="http://schemas.microsoft.com/office/drawing/2014/main" id="{5B42765C-8A75-4D2A-B776-AC986FBC7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1257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nav-primary-text-4">
            <a:extLst xmlns:a="http://schemas.openxmlformats.org/drawingml/2006/main">
              <a:ext uri="{FF2B5EF4-FFF2-40B4-BE49-F238E27FC236}">
                <a16:creationId xmlns:a16="http://schemas.microsoft.com/office/drawing/2014/main" id="{AE908FE0-4472-465E-BFBA-25DF489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더보기</a:t>
            </a:r>
          </a:p>
        </p:txBody>
      </p:sp>
      <p:sp>
        <p:nvSpPr>
          <p:cNvPr id="19" name="nav-more-title">
            <a:extLst xmlns:a="http://schemas.openxmlformats.org/drawingml/2006/main">
              <a:ext uri="{FF2B5EF4-FFF2-40B4-BE49-F238E27FC236}">
                <a16:creationId xmlns:a16="http://schemas.microsoft.com/office/drawing/2014/main" id="{E85BDEB8-B6A4-4786-B42C-0B08A4CC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더보기에서 여는 도구</a:t>
            </a:r>
          </a:p>
        </p:txBody>
      </p:sp>
      <p:sp>
        <p:nvSpPr>
          <p:cNvPr id="20" name="nav-more-0">
            <a:extLst xmlns:a="http://schemas.openxmlformats.org/drawingml/2006/main">
              <a:ext uri="{FF2B5EF4-FFF2-40B4-BE49-F238E27FC236}">
                <a16:creationId xmlns:a16="http://schemas.microsoft.com/office/drawing/2014/main" id="{A730A7EF-B015-4517-BAA0-834D28A24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13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nav-more-text-0">
            <a:extLst xmlns:a="http://schemas.openxmlformats.org/drawingml/2006/main">
              <a:ext uri="{FF2B5EF4-FFF2-40B4-BE49-F238E27FC236}">
                <a16:creationId xmlns:a16="http://schemas.microsoft.com/office/drawing/2014/main" id="{FC6C0EB2-B9D0-4511-8A5C-A0C78880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템포맵</a:t>
            </a:r>
          </a:p>
        </p:txBody>
      </p:sp>
      <p:sp>
        <p:nvSpPr>
          <p:cNvPr id="22" name="nav-more-1">
            <a:extLst xmlns:a="http://schemas.openxmlformats.org/drawingml/2006/main">
              <a:ext uri="{FF2B5EF4-FFF2-40B4-BE49-F238E27FC236}">
                <a16:creationId xmlns:a16="http://schemas.microsoft.com/office/drawing/2014/main" id="{CE46DBC1-6FC3-480C-8219-4E89AA4AB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52850"/>
            <a:ext cx="213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nav-more-text-1">
            <a:extLst xmlns:a="http://schemas.openxmlformats.org/drawingml/2006/main">
              <a:ext uri="{FF2B5EF4-FFF2-40B4-BE49-F238E27FC236}">
                <a16:creationId xmlns:a16="http://schemas.microsoft.com/office/drawing/2014/main" id="{9D452A24-3AD1-4753-8DDB-FBC4A6D2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052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튜너</a:t>
            </a:r>
          </a:p>
        </p:txBody>
      </p:sp>
      <p:sp>
        <p:nvSpPr>
          <p:cNvPr id="24" name="nav-more-2">
            <a:extLst xmlns:a="http://schemas.openxmlformats.org/drawingml/2006/main">
              <a:ext uri="{FF2B5EF4-FFF2-40B4-BE49-F238E27FC236}">
                <a16:creationId xmlns:a16="http://schemas.microsoft.com/office/drawing/2014/main" id="{B7426A8E-2622-4710-95A3-1ECDC4023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213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nav-more-text-2">
            <a:extLst xmlns:a="http://schemas.openxmlformats.org/drawingml/2006/main">
              <a:ext uri="{FF2B5EF4-FFF2-40B4-BE49-F238E27FC236}">
                <a16:creationId xmlns:a16="http://schemas.microsoft.com/office/drawing/2014/main" id="{BA970B0D-16DD-4276-8CAC-D388D97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052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프로젝트</a:t>
            </a:r>
          </a:p>
        </p:txBody>
      </p:sp>
      <p:sp>
        <p:nvSpPr>
          <p:cNvPr id="26" name="nav-more-3">
            <a:extLst xmlns:a="http://schemas.openxmlformats.org/drawingml/2006/main">
              <a:ext uri="{FF2B5EF4-FFF2-40B4-BE49-F238E27FC236}">
                <a16:creationId xmlns:a16="http://schemas.microsoft.com/office/drawing/2014/main" id="{6C1831DA-9DC2-4940-9E3C-7B255778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13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nav-more-text-3">
            <a:extLst xmlns:a="http://schemas.openxmlformats.org/drawingml/2006/main">
              <a:ext uri="{FF2B5EF4-FFF2-40B4-BE49-F238E27FC236}">
                <a16:creationId xmlns:a16="http://schemas.microsoft.com/office/drawing/2014/main" id="{8F69B0F7-1AA5-43EE-97D8-410CE5FA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출력 보정</a:t>
            </a:r>
          </a:p>
        </p:txBody>
      </p:sp>
      <p:sp>
        <p:nvSpPr>
          <p:cNvPr id="28" name="nav-more-4">
            <a:extLst xmlns:a="http://schemas.openxmlformats.org/drawingml/2006/main">
              <a:ext uri="{FF2B5EF4-FFF2-40B4-BE49-F238E27FC236}">
                <a16:creationId xmlns:a16="http://schemas.microsoft.com/office/drawing/2014/main" id="{8807C55B-779E-4FAD-81E2-01766F8C3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33900"/>
            <a:ext cx="213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nav-more-text-4">
            <a:extLst xmlns:a="http://schemas.openxmlformats.org/drawingml/2006/main">
              <a:ext uri="{FF2B5EF4-FFF2-40B4-BE49-F238E27FC236}">
                <a16:creationId xmlns:a16="http://schemas.microsoft.com/office/drawing/2014/main" id="{6480F280-AB5C-4B1B-8CEB-D85B840B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863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30" name="nav-more-5">
            <a:extLst xmlns:a="http://schemas.openxmlformats.org/drawingml/2006/main">
              <a:ext uri="{FF2B5EF4-FFF2-40B4-BE49-F238E27FC236}">
                <a16:creationId xmlns:a16="http://schemas.microsoft.com/office/drawing/2014/main" id="{11CF8721-865A-48AE-BD37-A7E8EAD97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33900"/>
            <a:ext cx="213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nav-more-text-5">
            <a:extLst xmlns:a="http://schemas.openxmlformats.org/drawingml/2006/main">
              <a:ext uri="{FF2B5EF4-FFF2-40B4-BE49-F238E27FC236}">
                <a16:creationId xmlns:a16="http://schemas.microsoft.com/office/drawing/2014/main" id="{101F0DC1-8554-4003-A95F-2B1781A6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863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로그인/계정</a:t>
            </a:r>
          </a:p>
        </p:txBody>
      </p:sp>
      <p:sp>
        <p:nvSpPr>
          <p:cNvPr id="32" name="nav-tip">
            <a:extLst xmlns:a="http://schemas.openxmlformats.org/drawingml/2006/main">
              <a:ext uri="{FF2B5EF4-FFF2-40B4-BE49-F238E27FC236}">
                <a16:creationId xmlns:a16="http://schemas.microsoft.com/office/drawing/2014/main" id="{B1F74016-8B93-4168-A2F6-8326761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새 화면은 제목으로 초점이 이동하고, 뒤로 가기는 이전 스크롤 위치를 복원합니다.</a:t>
            </a:r>
          </a:p>
        </p:txBody>
      </p:sp>
    </p:spTree>
    <p:extLst>
      <p:ext uri="{BB962C8B-B14F-4D97-AF65-F5344CB8AC3E}">
        <p14:creationId xmlns:p14="http://schemas.microsoft.com/office/powerpoint/2010/main" val="210877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FDCDB332-5666-40C3-B1A1-93BF37C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계정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E401113-52B5-4DED-991D-0CA420D6D4F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운영 웹은 중앙 SSO, 개발 브랜치는 로컬 로그인</a:t>
            </a:r>
          </a:p>
        </p:txBody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F9B540A0-2233-41D7-980B-E89B389B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인증 방식을 우회하지 말고 현재 화면이 안내하는 경로를 따르세요.</a:t>
            </a:r>
          </a:p>
        </p:txBody>
      </p:sp>
      <p:sp>
        <p:nvSpPr>
          <p:cNvPr id="4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74BAC055-1CE4-461E-BCA1-FD82D3324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FD58FC0C-E947-4ABE-9C47-F0330E2D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login-screen-frame">
            <a:extLst xmlns:a="http://schemas.openxmlformats.org/drawingml/2006/main">
              <a:ext uri="{FF2B5EF4-FFF2-40B4-BE49-F238E27FC236}">
                <a16:creationId xmlns:a16="http://schemas.microsoft.com/office/drawing/2014/main" id="{12058F8E-E8D5-4441-BD38-428C9942A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407670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Screenshot 4.1" title="로컬 인증 빌드의 이메일과 비밀번호 로그인 화면" descr="로컬 인증 빌드의 이메일과 비밀번호 로그인 화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a837825a4470a"/>
          <a:srcRect xmlns:a="http://schemas.openxmlformats.org/drawingml/2006/main" l="2388" t="0" r="2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6153150" cy="4038600"/>
          </a:xfrm>
          <a:prstGeom xmlns:a="http://schemas.openxmlformats.org/drawingml/2006/main" prst="roundRect">
            <a:avLst>
              <a:gd name="adj" fmla="val 4245"/>
            </a:avLst>
          </a:prstGeom>
        </p:spPr>
      </p:pic>
      <p:sp>
        <p:nvSpPr>
          <p:cNvPr id="8" name="sso-badge-bg">
            <a:extLst xmlns:a="http://schemas.openxmlformats.org/drawingml/2006/main">
              <a:ext uri="{FF2B5EF4-FFF2-40B4-BE49-F238E27FC236}">
                <a16:creationId xmlns:a16="http://schemas.microsoft.com/office/drawing/2014/main" id="{A45423E2-D0A5-42D3-A67E-57866419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52600"/>
            <a:ext cx="13906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so-badge-label">
            <a:extLst xmlns:a="http://schemas.openxmlformats.org/drawingml/2006/main">
              <a:ext uri="{FF2B5EF4-FFF2-40B4-BE49-F238E27FC236}">
                <a16:creationId xmlns:a16="http://schemas.microsoft.com/office/drawing/2014/main" id="{03395D2C-CB57-4148-A6A5-FF2A32DD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19275"/>
            <a:ext cx="1162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rPr>
              <a:t>PUBLIC WEB</a:t>
            </a:r>
          </a:p>
        </p:txBody>
      </p:sp>
      <p:sp>
        <p:nvSpPr>
          <p:cNvPr id="10" name="sso-title">
            <a:extLst xmlns:a="http://schemas.openxmlformats.org/drawingml/2006/main">
              <a:ext uri="{FF2B5EF4-FFF2-40B4-BE49-F238E27FC236}">
                <a16:creationId xmlns:a16="http://schemas.microsoft.com/office/drawing/2014/main" id="{7E55CA57-B19C-4A8D-A4F1-B27A96C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bonifacio.work</a:t>
            </a:r>
          </a:p>
        </p:txBody>
      </p:sp>
      <p:sp>
        <p:nvSpPr>
          <p:cNvPr id="11" name="sso-list-dot-0">
            <a:extLst xmlns:a="http://schemas.openxmlformats.org/drawingml/2006/main">
              <a:ext uri="{FF2B5EF4-FFF2-40B4-BE49-F238E27FC236}">
                <a16:creationId xmlns:a16="http://schemas.microsoft.com/office/drawing/2014/main" id="{CB7F2E3C-721A-4B0A-9BBF-F943FFD73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so-list-text-0">
            <a:extLst xmlns:a="http://schemas.openxmlformats.org/drawingml/2006/main">
              <a:ext uri="{FF2B5EF4-FFF2-40B4-BE49-F238E27FC236}">
                <a16:creationId xmlns:a16="http://schemas.microsoft.com/office/drawing/2014/main" id="{F0195DB4-4862-4C50-9630-61124B5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중앙 SSO 세션을 확인한 뒤 앱 사용자를 연결합니다.</a:t>
            </a:r>
          </a:p>
        </p:txBody>
      </p:sp>
      <p:sp>
        <p:nvSpPr>
          <p:cNvPr id="13" name="sso-list-dot-1">
            <a:extLst xmlns:a="http://schemas.openxmlformats.org/drawingml/2006/main">
              <a:ext uri="{FF2B5EF4-FFF2-40B4-BE49-F238E27FC236}">
                <a16:creationId xmlns:a16="http://schemas.microsoft.com/office/drawing/2014/main" id="{59DA0B26-8E8B-436A-9605-78F69BF83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so-list-text-1">
            <a:extLst xmlns:a="http://schemas.openxmlformats.org/drawingml/2006/main">
              <a:ext uri="{FF2B5EF4-FFF2-40B4-BE49-F238E27FC236}">
                <a16:creationId xmlns:a16="http://schemas.microsoft.com/office/drawing/2014/main" id="{553D3A35-DA31-4654-BF4A-5FDB1CF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공개 회원가입·비밀번호 재설정·Google 버튼은 닫혀 있습니다.</a:t>
            </a:r>
          </a:p>
        </p:txBody>
      </p:sp>
      <p:sp>
        <p:nvSpPr>
          <p:cNvPr id="15" name="sso-list-dot-2">
            <a:extLst xmlns:a="http://schemas.openxmlformats.org/drawingml/2006/main">
              <a:ext uri="{FF2B5EF4-FFF2-40B4-BE49-F238E27FC236}">
                <a16:creationId xmlns:a16="http://schemas.microsoft.com/office/drawing/2014/main" id="{CA82A0C2-9A27-413D-A115-720F0E640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so-list-text-2">
            <a:extLst xmlns:a="http://schemas.openxmlformats.org/drawingml/2006/main">
              <a:ext uri="{FF2B5EF4-FFF2-40B4-BE49-F238E27FC236}">
                <a16:creationId xmlns:a16="http://schemas.microsoft.com/office/drawing/2014/main" id="{6CAB5F98-868E-4FC9-BDB4-585866FC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네트워크/5xx 실패는 익명 화면으로 넘기지 않고 재시도 상태로 막습니다.</a:t>
            </a:r>
          </a:p>
        </p:txBody>
      </p:sp>
      <p:sp>
        <p:nvSpPr>
          <p:cNvPr id="17" name="sso-list-dot-3">
            <a:extLst xmlns:a="http://schemas.openxmlformats.org/drawingml/2006/main">
              <a:ext uri="{FF2B5EF4-FFF2-40B4-BE49-F238E27FC236}">
                <a16:creationId xmlns:a16="http://schemas.microsoft.com/office/drawing/2014/main" id="{051228BC-7DEE-4494-8CBC-6154C97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so-list-text-3">
            <a:extLst xmlns:a="http://schemas.openxmlformats.org/drawingml/2006/main">
              <a:ext uri="{FF2B5EF4-FFF2-40B4-BE49-F238E27FC236}">
                <a16:creationId xmlns:a16="http://schemas.microsoft.com/office/drawing/2014/main" id="{3C3C9F9A-11C2-4640-ADD1-C84D9B55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로그아웃은 앱 refresh 폐기 후 중앙 로그아웃으로 이동합니다.</a:t>
            </a:r>
          </a:p>
        </p:txBody>
      </p:sp>
      <p:sp>
        <p:nvSpPr>
          <p:cNvPr id="19" name="login-caveat">
            <a:extLst xmlns:a="http://schemas.openxmlformats.org/drawingml/2006/main">
              <a:ext uri="{FF2B5EF4-FFF2-40B4-BE49-F238E27FC236}">
                <a16:creationId xmlns:a16="http://schemas.microsoft.com/office/drawing/2014/main" id="{BFE8C0B3-35C6-48E3-BF54-157F6E68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8640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9A5A13"/>
            </a:solidFill>
            <a:prstDash val="solid"/>
          </a:ln>
        </p:spPr>
      </p:sp>
      <p:sp>
        <p:nvSpPr>
          <p:cNvPr id="20" name="login-caveat-copy">
            <a:extLst xmlns:a="http://schemas.openxmlformats.org/drawingml/2006/main">
              <a:ext uri="{FF2B5EF4-FFF2-40B4-BE49-F238E27FC236}">
                <a16:creationId xmlns:a16="http://schemas.microsoft.com/office/drawing/2014/main" id="{A5B548B5-9B15-4633-88E0-B6B4010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007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모바일 운영 SSO는 native callback 검증 전까지 출시할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894564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7D55AC01-12DA-4588-B132-517ACA6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빠른 시작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63FB3EB-6BE0-4D75-8FCD-FA4224C2713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30초 만에 메트로놈을 시작하세요</a:t>
            </a:r>
          </a:p>
        </p:txBody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64D7342F-AA08-4400-A625-9721026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첫 화면에서 필요한 것은 속도, 박자, 재생 세 가지입니다.</a:t>
            </a:r>
          </a:p>
        </p:txBody>
      </p:sp>
      <p:sp>
        <p:nvSpPr>
          <p:cNvPr id="4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F36732E9-0C4C-4DE4-8A6D-7A78FE05E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F4DDA2BE-7785-440E-B3B0-8504CEBD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metronome-phone-frame">
            <a:extLst xmlns:a="http://schemas.openxmlformats.org/drawingml/2006/main">
              <a:ext uri="{FF2B5EF4-FFF2-40B4-BE49-F238E27FC236}">
                <a16:creationId xmlns:a16="http://schemas.microsoft.com/office/drawing/2014/main" id="{3E7182B0-42ED-48FD-BCCB-A31524ED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276600" cy="4800600"/>
          </a:xfrm>
          <a:prstGeom xmlns:a="http://schemas.openxmlformats.org/drawingml/2006/main" prst="roundRect">
            <a:avLst>
              <a:gd name="adj" fmla="val 63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Screenshot 5.1" title="모바일 메트로놈에서 박 원, BPM, 현재 마디, 재생과 빠른 조작이 한 화면에 보이는 모습" descr="모바일 메트로놈에서 박 원, BPM, 현재 마디, 재생과 빠른 조작이 한 화면에 보이는 모습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8e51a5d8e4e40"/>
          <a:stretch xmlns:a="http://schemas.openxmlformats.org/drawingml/2006/main"/>
        </p:blipFill>
        <p:spPr>
          <a:xfrm xmlns:a="http://schemas.openxmlformats.org/drawingml/2006/main">
            <a:off x="1185659" y="1543050"/>
            <a:ext cx="2200681" cy="476250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8" name="quick-steps-circle-0">
            <a:extLst xmlns:a="http://schemas.openxmlformats.org/drawingml/2006/main">
              <a:ext uri="{FF2B5EF4-FFF2-40B4-BE49-F238E27FC236}">
                <a16:creationId xmlns:a16="http://schemas.microsoft.com/office/drawing/2014/main" id="{1B3372C7-419E-484F-899C-875315905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ick-steps-num-0">
            <a:extLst xmlns:a="http://schemas.openxmlformats.org/drawingml/2006/main">
              <a:ext uri="{FF2B5EF4-FFF2-40B4-BE49-F238E27FC236}">
                <a16:creationId xmlns:a16="http://schemas.microsoft.com/office/drawing/2014/main" id="{B9567040-B149-4FC3-B2DA-0454E6F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quick-steps-text-0">
            <a:extLst xmlns:a="http://schemas.openxmlformats.org/drawingml/2006/main">
              <a:ext uri="{FF2B5EF4-FFF2-40B4-BE49-F238E27FC236}">
                <a16:creationId xmlns:a16="http://schemas.microsoft.com/office/drawing/2014/main" id="{3FBBDD61-4CE0-4C2D-BF82-A62375C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28800"/>
            <a:ext cx="579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큰 BPM 숫자를 확인하고 필요하면 `눌러 입력`을 선택합니다.</a:t>
            </a:r>
          </a:p>
        </p:txBody>
      </p:sp>
      <p:sp>
        <p:nvSpPr>
          <p:cNvPr id="11" name="quick-steps-circle-1">
            <a:extLst xmlns:a="http://schemas.openxmlformats.org/drawingml/2006/main">
              <a:ext uri="{FF2B5EF4-FFF2-40B4-BE49-F238E27FC236}">
                <a16:creationId xmlns:a16="http://schemas.microsoft.com/office/drawing/2014/main" id="{8C4D9919-E615-4361-93DB-CD0D50A09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ick-steps-num-1">
            <a:extLst xmlns:a="http://schemas.openxmlformats.org/drawingml/2006/main">
              <a:ext uri="{FF2B5EF4-FFF2-40B4-BE49-F238E27FC236}">
                <a16:creationId xmlns:a16="http://schemas.microsoft.com/office/drawing/2014/main" id="{FA1D928D-4242-4209-9983-F22814FC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quick-steps-text-1">
            <a:extLst xmlns:a="http://schemas.openxmlformats.org/drawingml/2006/main">
              <a:ext uri="{FF2B5EF4-FFF2-40B4-BE49-F238E27FC236}">
                <a16:creationId xmlns:a16="http://schemas.microsoft.com/office/drawing/2014/main" id="{08CFEA70-84BC-48DA-9ADC-CED96E9B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579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박자와 강세 패턴을 확인합니다. 첫 박은 기본 강박입니다.</a:t>
            </a:r>
          </a:p>
        </p:txBody>
      </p:sp>
      <p:sp>
        <p:nvSpPr>
          <p:cNvPr id="14" name="quick-steps-circle-2">
            <a:extLst xmlns:a="http://schemas.openxmlformats.org/drawingml/2006/main">
              <a:ext uri="{FF2B5EF4-FFF2-40B4-BE49-F238E27FC236}">
                <a16:creationId xmlns:a16="http://schemas.microsoft.com/office/drawing/2014/main" id="{2F102014-09B4-49C0-8A90-73AD874E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67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ick-steps-num-2">
            <a:extLst xmlns:a="http://schemas.openxmlformats.org/drawingml/2006/main">
              <a:ext uri="{FF2B5EF4-FFF2-40B4-BE49-F238E27FC236}">
                <a16:creationId xmlns:a16="http://schemas.microsoft.com/office/drawing/2014/main" id="{4C649ED4-18F5-49E1-91A6-ECF4064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433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quick-steps-text-2">
            <a:extLst xmlns:a="http://schemas.openxmlformats.org/drawingml/2006/main">
              <a:ext uri="{FF2B5EF4-FFF2-40B4-BE49-F238E27FC236}">
                <a16:creationId xmlns:a16="http://schemas.microsoft.com/office/drawing/2014/main" id="{308F7F1F-49A4-4005-9CB3-FD87D81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579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가운데 재생 버튼을 누릅니다. 예비박 뒤 오디오가 시작됩니다.</a:t>
            </a:r>
          </a:p>
        </p:txBody>
      </p:sp>
      <p:sp>
        <p:nvSpPr>
          <p:cNvPr id="17" name="quick-steps-circle-3">
            <a:extLst xmlns:a="http://schemas.openxmlformats.org/drawingml/2006/main">
              <a:ext uri="{FF2B5EF4-FFF2-40B4-BE49-F238E27FC236}">
                <a16:creationId xmlns:a16="http://schemas.microsoft.com/office/drawing/2014/main" id="{995D7769-AB23-466C-A4BC-8F2E2BADF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ick-steps-num-3">
            <a:extLst xmlns:a="http://schemas.openxmlformats.org/drawingml/2006/main">
              <a:ext uri="{FF2B5EF4-FFF2-40B4-BE49-F238E27FC236}">
                <a16:creationId xmlns:a16="http://schemas.microsoft.com/office/drawing/2014/main" id="{A1751C8C-1D7D-4BA4-A6BC-BBD136D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quick-steps-text-3">
            <a:extLst xmlns:a="http://schemas.openxmlformats.org/drawingml/2006/main">
              <a:ext uri="{FF2B5EF4-FFF2-40B4-BE49-F238E27FC236}">
                <a16:creationId xmlns:a16="http://schemas.microsoft.com/office/drawing/2014/main" id="{1DF632B0-8F40-471A-A45E-F264F8FC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579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다시 누르면 정지합니다. 화면 이탈·자연 종료도 전원 상태를 정리합니다.</a:t>
            </a:r>
          </a:p>
        </p:txBody>
      </p:sp>
      <p:sp>
        <p:nvSpPr>
          <p:cNvPr id="20" name="quick-tip-bg">
            <a:extLst xmlns:a="http://schemas.openxmlformats.org/drawingml/2006/main">
              <a:ext uri="{FF2B5EF4-FFF2-40B4-BE49-F238E27FC236}">
                <a16:creationId xmlns:a16="http://schemas.microsoft.com/office/drawing/2014/main" id="{A76CD048-7182-410A-8067-03053FDA7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10250"/>
            <a:ext cx="6134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quick-tip-label">
            <a:extLst xmlns:a="http://schemas.openxmlformats.org/drawingml/2006/main">
              <a:ext uri="{FF2B5EF4-FFF2-40B4-BE49-F238E27FC236}">
                <a16:creationId xmlns:a16="http://schemas.microsoft.com/office/drawing/2014/main" id="{1C20AAB0-9123-44F1-A863-EE6BE9E9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7692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TIP · 악기를 든 상태에서는 −5 / 탭 템포 / +5를 먼저 사용</a:t>
            </a:r>
          </a:p>
        </p:txBody>
      </p:sp>
    </p:spTree>
    <p:extLst>
      <p:ext uri="{BB962C8B-B14F-4D97-AF65-F5344CB8AC3E}">
        <p14:creationId xmlns:p14="http://schemas.microsoft.com/office/powerpoint/2010/main" val="161710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A9247D0E-B971-4CBB-AAE4-BD20894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시인성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60BE7FE-9BE0-4A75-ABAA-D207B749F51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박은 색 하나가 아니라 네 가지 단서로 읽습니다</a:t>
            </a:r>
          </a:p>
        </p:txBody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520FFC04-7F74-49C1-B21E-DE255F9B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고정 위치 · 번호 · 윤곽 · 크기가 함께 현재 박을 알려 줍니다.</a:t>
            </a:r>
          </a:p>
        </p:txBody>
      </p:sp>
      <p:sp>
        <p:nvSpPr>
          <p:cNvPr id="4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08DF6C57-4389-4F14-9E1D-0A2D821E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EFFC7BEB-C7E0-47D5-BF43-35DF2A6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beat-0">
            <a:extLst xmlns:a="http://schemas.openxmlformats.org/drawingml/2006/main">
              <a:ext uri="{FF2B5EF4-FFF2-40B4-BE49-F238E27FC236}">
                <a16:creationId xmlns:a16="http://schemas.microsoft.com/office/drawing/2014/main" id="{94432875-95DD-4442-B8A2-556B029E8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764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7" name="beat-num-0">
            <a:extLst xmlns:a="http://schemas.openxmlformats.org/drawingml/2006/main">
              <a:ext uri="{FF2B5EF4-FFF2-40B4-BE49-F238E27FC236}">
                <a16:creationId xmlns:a16="http://schemas.microsoft.com/office/drawing/2014/main" id="{E5FFF279-4617-4DB6-B3E2-4131BCE1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2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beat-1">
            <a:extLst xmlns:a="http://schemas.openxmlformats.org/drawingml/2006/main">
              <a:ext uri="{FF2B5EF4-FFF2-40B4-BE49-F238E27FC236}">
                <a16:creationId xmlns:a16="http://schemas.microsoft.com/office/drawing/2014/main" id="{78343821-8F34-4236-8DE6-06A811932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81225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28575">
            <a:solidFill>
              <a:srgbClr val="626A78"/>
            </a:solidFill>
            <a:prstDash val="solid"/>
          </a:ln>
        </p:spPr>
      </p:sp>
      <p:sp>
        <p:nvSpPr>
          <p:cNvPr id="9" name="beat-num-1">
            <a:extLst xmlns:a="http://schemas.openxmlformats.org/drawingml/2006/main">
              <a:ext uri="{FF2B5EF4-FFF2-40B4-BE49-F238E27FC236}">
                <a16:creationId xmlns:a16="http://schemas.microsoft.com/office/drawing/2014/main" id="{5ACE10D7-F7EB-4FB0-A826-F79B8C6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beat-2">
            <a:extLst xmlns:a="http://schemas.openxmlformats.org/drawingml/2006/main">
              <a:ext uri="{FF2B5EF4-FFF2-40B4-BE49-F238E27FC236}">
                <a16:creationId xmlns:a16="http://schemas.microsoft.com/office/drawing/2014/main" id="{D5550F7D-FD2C-49E2-8AF4-856505A40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28575">
            <a:solidFill>
              <a:srgbClr val="626A78"/>
            </a:solidFill>
            <a:prstDash val="solid"/>
          </a:ln>
        </p:spPr>
      </p:sp>
      <p:sp>
        <p:nvSpPr>
          <p:cNvPr id="11" name="beat-num-2">
            <a:extLst xmlns:a="http://schemas.openxmlformats.org/drawingml/2006/main">
              <a:ext uri="{FF2B5EF4-FFF2-40B4-BE49-F238E27FC236}">
                <a16:creationId xmlns:a16="http://schemas.microsoft.com/office/drawing/2014/main" id="{FE62584A-3D27-483E-9AE0-D91FC508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beat-3">
            <a:extLst xmlns:a="http://schemas.openxmlformats.org/drawingml/2006/main">
              <a:ext uri="{FF2B5EF4-FFF2-40B4-BE49-F238E27FC236}">
                <a16:creationId xmlns:a16="http://schemas.microsoft.com/office/drawing/2014/main" id="{561E3F6A-526E-4DFD-9C05-C8C8607D0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81225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28575">
            <a:solidFill>
              <a:srgbClr val="626A78"/>
            </a:solidFill>
            <a:prstDash val="solid"/>
          </a:ln>
        </p:spPr>
      </p:sp>
      <p:sp>
        <p:nvSpPr>
          <p:cNvPr id="13" name="beat-num-3">
            <a:extLst xmlns:a="http://schemas.openxmlformats.org/drawingml/2006/main">
              <a:ext uri="{FF2B5EF4-FFF2-40B4-BE49-F238E27FC236}">
                <a16:creationId xmlns:a16="http://schemas.microsoft.com/office/drawing/2014/main" id="{4933F169-BE30-4FDF-81F6-AF0D947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4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C6F12288-4EEB-4EF5-A6D1-4996E96F2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85344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CB85DE5A-F507-40A3-8114-A5D28B45A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ignal-label-0">
            <a:extLst xmlns:a="http://schemas.openxmlformats.org/drawingml/2006/main">
              <a:ext uri="{FF2B5EF4-FFF2-40B4-BE49-F238E27FC236}">
                <a16:creationId xmlns:a16="http://schemas.microsoft.com/office/drawing/2014/main" id="{47B5AFAD-6196-4446-A18F-B744E43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고정 위치</a:t>
            </a:r>
          </a:p>
        </p:txBody>
      </p:sp>
      <p:sp>
        <p:nvSpPr>
          <p:cNvPr id="17" name="signal-body-0">
            <a:extLst xmlns:a="http://schemas.openxmlformats.org/drawingml/2006/main">
              <a:ext uri="{FF2B5EF4-FFF2-40B4-BE49-F238E27FC236}">
                <a16:creationId xmlns:a16="http://schemas.microsoft.com/office/drawing/2014/main" id="{26ECF507-110A-4DFF-9180-79CCE65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마디 안의 몇 번째 박인지 공간으로 기억</a:t>
            </a:r>
          </a:p>
        </p:txBody>
      </p:sp>
      <p:sp>
        <p:nvSpPr>
          <p:cNvPr id="18" name="signal-label-1">
            <a:extLst xmlns:a="http://schemas.openxmlformats.org/drawingml/2006/main">
              <a:ext uri="{FF2B5EF4-FFF2-40B4-BE49-F238E27FC236}">
                <a16:creationId xmlns:a16="http://schemas.microsoft.com/office/drawing/2014/main" id="{9D412A20-946D-407D-90F6-81E9AE2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박 번호</a:t>
            </a:r>
          </a:p>
        </p:txBody>
      </p:sp>
      <p:sp>
        <p:nvSpPr>
          <p:cNvPr id="19" name="signal-body-1">
            <a:extLst xmlns:a="http://schemas.openxmlformats.org/drawingml/2006/main">
              <a:ext uri="{FF2B5EF4-FFF2-40B4-BE49-F238E27FC236}">
                <a16:creationId xmlns:a16="http://schemas.microsoft.com/office/drawing/2014/main" id="{9419E979-31D7-4A34-BE7E-3AF0FF6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14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색을 구분하지 못해도 1·2·3·4로 판독</a:t>
            </a:r>
          </a:p>
        </p:txBody>
      </p:sp>
      <p:sp>
        <p:nvSpPr>
          <p:cNvPr id="20" name="signal-label-2">
            <a:extLst xmlns:a="http://schemas.openxmlformats.org/drawingml/2006/main">
              <a:ext uri="{FF2B5EF4-FFF2-40B4-BE49-F238E27FC236}">
                <a16:creationId xmlns:a16="http://schemas.microsoft.com/office/drawing/2014/main" id="{F7B50347-4F72-4953-BEA3-A4DF643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33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크기·윤곽</a:t>
            </a:r>
          </a:p>
        </p:txBody>
      </p:sp>
      <p:sp>
        <p:nvSpPr>
          <p:cNvPr id="21" name="signal-body-2">
            <a:extLst xmlns:a="http://schemas.openxmlformats.org/drawingml/2006/main">
              <a:ext uri="{FF2B5EF4-FFF2-40B4-BE49-F238E27FC236}">
                <a16:creationId xmlns:a16="http://schemas.microsoft.com/office/drawing/2014/main" id="{6D632898-0C35-495B-A33A-E1FE9981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현재 박과 다운비트를 원거리에서도 구분</a:t>
            </a:r>
          </a:p>
        </p:txBody>
      </p:sp>
      <p:sp>
        <p:nvSpPr>
          <p:cNvPr id="22" name="signal-label-3">
            <a:extLst xmlns:a="http://schemas.openxmlformats.org/drawingml/2006/main">
              <a:ext uri="{FF2B5EF4-FFF2-40B4-BE49-F238E27FC236}">
                <a16:creationId xmlns:a16="http://schemas.microsoft.com/office/drawing/2014/main" id="{E97EAC99-D8B4-4DDB-BBCE-3CDE0FDE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진행 track</a:t>
            </a:r>
          </a:p>
        </p:txBody>
      </p:sp>
      <p:sp>
        <p:nvSpPr>
          <p:cNvPr id="23" name="signal-body-3">
            <a:extLst xmlns:a="http://schemas.openxmlformats.org/drawingml/2006/main">
              <a:ext uri="{FF2B5EF4-FFF2-40B4-BE49-F238E27FC236}">
                <a16:creationId xmlns:a16="http://schemas.microsoft.com/office/drawing/2014/main" id="{109ABEE4-1907-44C7-BFC8-1CEE54E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다음 박까지 남은 시간을 예측</a:t>
            </a:r>
          </a:p>
        </p:txBody>
      </p:sp>
      <p:sp>
        <p:nvSpPr>
          <p:cNvPr id="24" name="motion-note">
            <a:extLst xmlns:a="http://schemas.openxmlformats.org/drawingml/2006/main">
              <a:ext uri="{FF2B5EF4-FFF2-40B4-BE49-F238E27FC236}">
                <a16:creationId xmlns:a16="http://schemas.microsoft.com/office/drawing/2014/main" id="{229D94D1-3E77-49A1-AE55-71262820D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otion-note-copy">
            <a:extLst xmlns:a="http://schemas.openxmlformats.org/drawingml/2006/main">
              <a:ext uri="{FF2B5EF4-FFF2-40B4-BE49-F238E27FC236}">
                <a16:creationId xmlns:a16="http://schemas.microsoft.com/office/drawing/2014/main" id="{980533FB-1E3D-4060-8E4E-228DE876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91225"/>
            <a:ext cx="1059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rPr>
              <a:t>모션 감소 설정에서는 배경 반응과 연속 채움만 끄고, 번호·원·고정 track은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101628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7-kicker">
            <a:extLst xmlns:a="http://schemas.openxmlformats.org/drawingml/2006/main">
              <a:ext uri="{FF2B5EF4-FFF2-40B4-BE49-F238E27FC236}">
                <a16:creationId xmlns:a16="http://schemas.microsoft.com/office/drawing/2014/main" id="{5E56F0BE-1A28-4538-8CD4-A95FB98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조절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9C55D72-B33B-4E20-A6CC-63D7984C826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BPM은 정확 입력과 빠른 조절을 나눠 씁니다</a:t>
            </a:r>
          </a:p>
        </p:txBody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0282FF32-BFB9-4F8F-A788-E4C4023D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손에 악기가 있을 때와 숫자를 정확히 넣을 때의 경로가 다릅니다.</a:t>
            </a:r>
          </a:p>
        </p:txBody>
      </p:sp>
      <p:sp>
        <p:nvSpPr>
          <p:cNvPr id="4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91AAEF3C-84A9-4376-A6D5-50E63EC45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64ADE4AC-33D7-4E76-9E10-E45444CF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bpm-main">
            <a:extLst xmlns:a="http://schemas.openxmlformats.org/drawingml/2006/main">
              <a:ext uri="{FF2B5EF4-FFF2-40B4-BE49-F238E27FC236}">
                <a16:creationId xmlns:a16="http://schemas.microsoft.com/office/drawing/2014/main" id="{1EF2F011-D233-4FB1-BF09-E1811FD6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143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00" b="0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" name="bpm-hint-bg">
            <a:extLst xmlns:a="http://schemas.openxmlformats.org/drawingml/2006/main">
              <a:ext uri="{FF2B5EF4-FFF2-40B4-BE49-F238E27FC236}">
                <a16:creationId xmlns:a16="http://schemas.microsoft.com/office/drawing/2014/main" id="{339A357E-7718-4FC9-A115-82A3A9D69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1524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pm-hint-label">
            <a:extLst xmlns:a="http://schemas.openxmlformats.org/drawingml/2006/main">
              <a:ext uri="{FF2B5EF4-FFF2-40B4-BE49-F238E27FC236}">
                <a16:creationId xmlns:a16="http://schemas.microsoft.com/office/drawing/2014/main" id="{ED40F862-4441-4B44-B341-8FFEB589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57525"/>
            <a:ext cx="129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✎ 눌러 입력</a:t>
            </a:r>
          </a:p>
        </p:txBody>
      </p:sp>
      <p:sp>
        <p:nvSpPr>
          <p:cNvPr id="9" name="bpm-control-0">
            <a:extLst xmlns:a="http://schemas.openxmlformats.org/drawingml/2006/main">
              <a:ext uri="{FF2B5EF4-FFF2-40B4-BE49-F238E27FC236}">
                <a16:creationId xmlns:a16="http://schemas.microsoft.com/office/drawing/2014/main" id="{2F3C0540-1477-4A22-84D2-6C6D21EB6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09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pm-control-label-0">
            <a:extLst xmlns:a="http://schemas.openxmlformats.org/drawingml/2006/main">
              <a:ext uri="{FF2B5EF4-FFF2-40B4-BE49-F238E27FC236}">
                <a16:creationId xmlns:a16="http://schemas.microsoft.com/office/drawing/2014/main" id="{81DA1506-84B2-456E-8AB3-E0409CD7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53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−5</a:t>
            </a:r>
          </a:p>
        </p:txBody>
      </p:sp>
      <p:sp>
        <p:nvSpPr>
          <p:cNvPr id="11" name="bpm-control-1">
            <a:extLst xmlns:a="http://schemas.openxmlformats.org/drawingml/2006/main">
              <a:ext uri="{FF2B5EF4-FFF2-40B4-BE49-F238E27FC236}">
                <a16:creationId xmlns:a16="http://schemas.microsoft.com/office/drawing/2014/main" id="{021DFE86-2271-453A-944F-19F4590D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609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bpm-control-label-1">
            <a:extLst xmlns:a="http://schemas.openxmlformats.org/drawingml/2006/main">
              <a:ext uri="{FF2B5EF4-FFF2-40B4-BE49-F238E27FC236}">
                <a16:creationId xmlns:a16="http://schemas.microsoft.com/office/drawing/2014/main" id="{99047008-4DC8-4EE7-A1AF-57A33D8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48100"/>
            <a:ext cx="53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−1</a:t>
            </a:r>
          </a:p>
        </p:txBody>
      </p:sp>
      <p:sp>
        <p:nvSpPr>
          <p:cNvPr id="13" name="bpm-control-2">
            <a:extLst xmlns:a="http://schemas.openxmlformats.org/drawingml/2006/main">
              <a:ext uri="{FF2B5EF4-FFF2-40B4-BE49-F238E27FC236}">
                <a16:creationId xmlns:a16="http://schemas.microsoft.com/office/drawing/2014/main" id="{ACB977AA-313E-4DE6-91AE-2A65C63DB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11811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bpm-control-label-2">
            <a:extLst xmlns:a="http://schemas.openxmlformats.org/drawingml/2006/main">
              <a:ext uri="{FF2B5EF4-FFF2-40B4-BE49-F238E27FC236}">
                <a16:creationId xmlns:a16="http://schemas.microsoft.com/office/drawing/2014/main" id="{BA2FCFE2-0849-4EBE-B121-617C4C7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481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탭 템포</a:t>
            </a:r>
          </a:p>
        </p:txBody>
      </p:sp>
      <p:sp>
        <p:nvSpPr>
          <p:cNvPr id="15" name="bpm-control-3">
            <a:extLst xmlns:a="http://schemas.openxmlformats.org/drawingml/2006/main">
              <a:ext uri="{FF2B5EF4-FFF2-40B4-BE49-F238E27FC236}">
                <a16:creationId xmlns:a16="http://schemas.microsoft.com/office/drawing/2014/main" id="{473FA34F-4363-4D04-B545-9A3217E6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609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bpm-control-label-3">
            <a:extLst xmlns:a="http://schemas.openxmlformats.org/drawingml/2006/main">
              <a:ext uri="{FF2B5EF4-FFF2-40B4-BE49-F238E27FC236}">
                <a16:creationId xmlns:a16="http://schemas.microsoft.com/office/drawing/2014/main" id="{83DA7C1E-F060-4626-8C99-8867AE8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48100"/>
            <a:ext cx="53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+1</a:t>
            </a:r>
          </a:p>
        </p:txBody>
      </p:sp>
      <p:sp>
        <p:nvSpPr>
          <p:cNvPr id="17" name="bpm-control-4">
            <a:extLst xmlns:a="http://schemas.openxmlformats.org/drawingml/2006/main">
              <a:ext uri="{FF2B5EF4-FFF2-40B4-BE49-F238E27FC236}">
                <a16:creationId xmlns:a16="http://schemas.microsoft.com/office/drawing/2014/main" id="{D4C0A238-D22E-44EE-A48E-008CB226D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09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bpm-control-label-4">
            <a:extLst xmlns:a="http://schemas.openxmlformats.org/drawingml/2006/main">
              <a:ext uri="{FF2B5EF4-FFF2-40B4-BE49-F238E27FC236}">
                <a16:creationId xmlns:a16="http://schemas.microsoft.com/office/drawing/2014/main" id="{27D94396-5B03-401F-A543-A02D4CCE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48100"/>
            <a:ext cx="53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+5</a:t>
            </a:r>
          </a:p>
        </p:txBody>
      </p:sp>
      <p:sp>
        <p:nvSpPr>
          <p:cNvPr id="19" name="bpm-guidance-dot-0">
            <a:extLst xmlns:a="http://schemas.openxmlformats.org/drawingml/2006/main">
              <a:ext uri="{FF2B5EF4-FFF2-40B4-BE49-F238E27FC236}">
                <a16:creationId xmlns:a16="http://schemas.microsoft.com/office/drawing/2014/main" id="{AA5AD072-4CA5-49D9-A6D7-49AAC0F53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pm-guidance-text-0">
            <a:extLst xmlns:a="http://schemas.openxmlformats.org/drawingml/2006/main">
              <a:ext uri="{FF2B5EF4-FFF2-40B4-BE49-F238E27FC236}">
                <a16:creationId xmlns:a16="http://schemas.microsoft.com/office/drawing/2014/main" id="{3EF12FD3-4112-437B-9C36-A05F4D4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정확한 값: 큰 숫자 → 20–400 dialog → 적용</a:t>
            </a:r>
          </a:p>
        </p:txBody>
      </p:sp>
      <p:sp>
        <p:nvSpPr>
          <p:cNvPr id="21" name="bpm-guidance-dot-1">
            <a:extLst xmlns:a="http://schemas.openxmlformats.org/drawingml/2006/main">
              <a:ext uri="{FF2B5EF4-FFF2-40B4-BE49-F238E27FC236}">
                <a16:creationId xmlns:a16="http://schemas.microsoft.com/office/drawing/2014/main" id="{9F4B8713-8F0C-4965-8898-2C713F15D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pm-guidance-text-1">
            <a:extLst xmlns:a="http://schemas.openxmlformats.org/drawingml/2006/main">
              <a:ext uri="{FF2B5EF4-FFF2-40B4-BE49-F238E27FC236}">
                <a16:creationId xmlns:a16="http://schemas.microsoft.com/office/drawing/2014/main" id="{C4A66B9D-BF2C-48D5-BFC3-A3076254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빠른 조절: ±1·±5 버튼</a:t>
            </a:r>
          </a:p>
        </p:txBody>
      </p:sp>
      <p:sp>
        <p:nvSpPr>
          <p:cNvPr id="23" name="bpm-guidance-dot-2">
            <a:extLst xmlns:a="http://schemas.openxmlformats.org/drawingml/2006/main">
              <a:ext uri="{FF2B5EF4-FFF2-40B4-BE49-F238E27FC236}">
                <a16:creationId xmlns:a16="http://schemas.microsoft.com/office/drawing/2014/main" id="{D2C81A8C-B575-4E50-B670-09ED67A85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pm-guidance-text-2">
            <a:extLst xmlns:a="http://schemas.openxmlformats.org/drawingml/2006/main">
              <a:ext uri="{FF2B5EF4-FFF2-40B4-BE49-F238E27FC236}">
                <a16:creationId xmlns:a16="http://schemas.microsoft.com/office/drawing/2014/main" id="{FE026ADA-F07D-49D3-946F-9DB3DB6B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감으로 맞추기: 두 번 이상 일정하게 탭</a:t>
            </a:r>
          </a:p>
        </p:txBody>
      </p:sp>
      <p:sp>
        <p:nvSpPr>
          <p:cNvPr id="25" name="bpm-guidance-dot-3">
            <a:extLst xmlns:a="http://schemas.openxmlformats.org/drawingml/2006/main">
              <a:ext uri="{FF2B5EF4-FFF2-40B4-BE49-F238E27FC236}">
                <a16:creationId xmlns:a16="http://schemas.microsoft.com/office/drawing/2014/main" id="{64041D51-6242-4D86-B6D9-3DD8D8B22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pm-guidance-text-3">
            <a:extLst xmlns:a="http://schemas.openxmlformats.org/drawingml/2006/main">
              <a:ext uri="{FF2B5EF4-FFF2-40B4-BE49-F238E27FC236}">
                <a16:creationId xmlns:a16="http://schemas.microsoft.com/office/drawing/2014/main" id="{C7B6BB45-1E83-4B9F-AA4D-3F49916F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잘못된 값은 입력 아래에 표시되고 dialog가 유지됨</a:t>
            </a:r>
          </a:p>
        </p:txBody>
      </p:sp>
      <p:sp>
        <p:nvSpPr>
          <p:cNvPr id="27" name="bpm-dialog-frame">
            <a:extLst xmlns:a="http://schemas.openxmlformats.org/drawingml/2006/main">
              <a:ext uri="{FF2B5EF4-FFF2-40B4-BE49-F238E27FC236}">
                <a16:creationId xmlns:a16="http://schemas.microsoft.com/office/drawing/2014/main" id="{918D3C02-3211-453E-A7B2-FE17E828A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43050"/>
            <a:ext cx="3333750" cy="480060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6" name="Screenshot 7.1" title="모바일 BPM 직접 입력 대화상자와 20에서 400 사이 정수 입력 필드" descr="모바일 BPM 직접 입력 대화상자와 20에서 400 사이 정수 입력 필드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e25ec22254e1c"/>
          <a:stretch xmlns:a="http://schemas.openxmlformats.org/drawingml/2006/main"/>
        </p:blipFill>
        <p:spPr>
          <a:xfrm xmlns:a="http://schemas.openxmlformats.org/drawingml/2006/main">
            <a:off x="8053184" y="1562100"/>
            <a:ext cx="2200681" cy="4762500"/>
          </a:xfrm>
          <a:prstGeom xmlns:a="http://schemas.openxmlformats.org/drawingml/2006/main" prst="roundRect">
            <a:avLst>
              <a:gd name="adj" fmla="val 5780"/>
            </a:avLst>
          </a:prstGeom>
        </p:spPr>
      </p:pic>
    </p:spTree>
    <p:extLst>
      <p:ext uri="{BB962C8B-B14F-4D97-AF65-F5344CB8AC3E}">
        <p14:creationId xmlns:p14="http://schemas.microsoft.com/office/powerpoint/2010/main" val="2109452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8-kicker">
            <a:extLst xmlns:a="http://schemas.openxmlformats.org/drawingml/2006/main">
              <a:ext uri="{FF2B5EF4-FFF2-40B4-BE49-F238E27FC236}">
                <a16:creationId xmlns:a16="http://schemas.microsoft.com/office/drawing/2014/main" id="{F4C49C87-C228-4845-AE6F-29BF18E7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보면대 모드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782B3D9-36D3-4F2D-B121-C4DC854A6E2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핵심 신호만 남기고 화면 전체로 봅니다</a:t>
            </a:r>
          </a:p>
        </p:txBody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A23D1600-8F74-4C24-B447-F1A8815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연주 중에는 박·BPM·마디와 안전한 재생 조작에만 집중하세요.</a:t>
            </a:r>
          </a:p>
        </p:txBody>
      </p:sp>
      <p:sp>
        <p:nvSpPr>
          <p:cNvPr id="4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9F12501E-7102-4C31-BB86-4DDB4C73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19BF97B0-38DC-4506-AE1D-C874611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stand-mode-frame">
            <a:extLst xmlns:a="http://schemas.openxmlformats.org/drawingml/2006/main">
              <a:ext uri="{FF2B5EF4-FFF2-40B4-BE49-F238E27FC236}">
                <a16:creationId xmlns:a16="http://schemas.microsoft.com/office/drawing/2014/main" id="{413566AF-144B-4CD5-8A59-90DBEBAB4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6896100" cy="3895725"/>
          </a:xfrm>
          <a:prstGeom xmlns:a="http://schemas.openxmlformats.org/drawingml/2006/main" prst="roundRect">
            <a:avLst>
              <a:gd name="adj" fmla="val 440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Screenshot 8.1" title="데스크톱 보면대 모드에서 크게 표시된 박 원, BPM, 현재 마디와 재생 버튼" descr="데스크톱 보면대 모드에서 크게 표시된 박 원, BPM, 현재 마디와 재생 버튼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25df5c67844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6858000" cy="3857625"/>
          </a:xfrm>
          <a:prstGeom xmlns:a="http://schemas.openxmlformats.org/drawingml/2006/main" prst="roundRect">
            <a:avLst>
              <a:gd name="adj" fmla="val 3951"/>
            </a:avLst>
          </a:prstGeom>
        </p:spPr>
      </p:pic>
      <p:sp>
        <p:nvSpPr>
          <p:cNvPr id="8" name="stand-step-0">
            <a:extLst xmlns:a="http://schemas.openxmlformats.org/drawingml/2006/main">
              <a:ext uri="{FF2B5EF4-FFF2-40B4-BE49-F238E27FC236}">
                <a16:creationId xmlns:a16="http://schemas.microsoft.com/office/drawing/2014/main" id="{15A03FEB-AFD9-4610-ACE1-107E5221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7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nd-step-num-0">
            <a:extLst xmlns:a="http://schemas.openxmlformats.org/drawingml/2006/main">
              <a:ext uri="{FF2B5EF4-FFF2-40B4-BE49-F238E27FC236}">
                <a16:creationId xmlns:a16="http://schemas.microsoft.com/office/drawing/2014/main" id="{563CF1C5-9521-41C8-9A0F-0877E448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stand-step-label-0">
            <a:extLst xmlns:a="http://schemas.openxmlformats.org/drawingml/2006/main">
              <a:ext uri="{FF2B5EF4-FFF2-40B4-BE49-F238E27FC236}">
                <a16:creationId xmlns:a16="http://schemas.microsoft.com/office/drawing/2014/main" id="{F9772B27-B90E-47C9-B2DE-FE2353B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들어가기</a:t>
            </a:r>
          </a:p>
        </p:txBody>
      </p:sp>
      <p:sp>
        <p:nvSpPr>
          <p:cNvPr id="11" name="stand-step-body-0">
            <a:extLst xmlns:a="http://schemas.openxmlformats.org/drawingml/2006/main">
              <a:ext uri="{FF2B5EF4-FFF2-40B4-BE49-F238E27FC236}">
                <a16:creationId xmlns:a16="http://schemas.microsoft.com/office/drawing/2014/main" id="{27B0FEA5-E7AC-4149-9C1F-00B14958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첫 화면에서 ‘보면대 모드’를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선택합니다.</a:t>
            </a:r>
          </a:p>
        </p:txBody>
      </p:sp>
      <p:sp>
        <p:nvSpPr>
          <p:cNvPr id="12" name="stand-step-1">
            <a:extLst xmlns:a="http://schemas.openxmlformats.org/drawingml/2006/main">
              <a:ext uri="{FF2B5EF4-FFF2-40B4-BE49-F238E27FC236}">
                <a16:creationId xmlns:a16="http://schemas.microsoft.com/office/drawing/2014/main" id="{40184DD6-6851-41B5-9922-18FC6C95F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nd-step-num-1">
            <a:extLst xmlns:a="http://schemas.openxmlformats.org/drawingml/2006/main">
              <a:ext uri="{FF2B5EF4-FFF2-40B4-BE49-F238E27FC236}">
                <a16:creationId xmlns:a16="http://schemas.microsoft.com/office/drawing/2014/main" id="{72FD8724-A2BD-460E-B7D7-FA1E613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stand-step-label-1">
            <a:extLst xmlns:a="http://schemas.openxmlformats.org/drawingml/2006/main">
              <a:ext uri="{FF2B5EF4-FFF2-40B4-BE49-F238E27FC236}">
                <a16:creationId xmlns:a16="http://schemas.microsoft.com/office/drawing/2014/main" id="{1521887F-79AF-4D21-88F7-0445F46E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집중하기</a:t>
            </a:r>
          </a:p>
        </p:txBody>
      </p:sp>
      <p:sp>
        <p:nvSpPr>
          <p:cNvPr id="15" name="stand-step-body-1">
            <a:extLst xmlns:a="http://schemas.openxmlformats.org/drawingml/2006/main">
              <a:ext uri="{FF2B5EF4-FFF2-40B4-BE49-F238E27FC236}">
                <a16:creationId xmlns:a16="http://schemas.microsoft.com/office/drawing/2014/main" id="{C7001B0D-AA9E-460A-B09B-B868E09A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편집·설정·내비게이션은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포커스에서 제외됩니다.</a:t>
            </a:r>
          </a:p>
        </p:txBody>
      </p:sp>
      <p:sp>
        <p:nvSpPr>
          <p:cNvPr id="16" name="stand-step-2">
            <a:extLst xmlns:a="http://schemas.openxmlformats.org/drawingml/2006/main">
              <a:ext uri="{FF2B5EF4-FFF2-40B4-BE49-F238E27FC236}">
                <a16:creationId xmlns:a16="http://schemas.microsoft.com/office/drawing/2014/main" id="{89461863-DEB1-4D87-8312-D8913AADA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nd-step-num-2">
            <a:extLst xmlns:a="http://schemas.openxmlformats.org/drawingml/2006/main">
              <a:ext uri="{FF2B5EF4-FFF2-40B4-BE49-F238E27FC236}">
                <a16:creationId xmlns:a16="http://schemas.microsoft.com/office/drawing/2014/main" id="{79DCDEAC-E589-430A-A873-B0B5E372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stand-step-label-2">
            <a:extLst xmlns:a="http://schemas.openxmlformats.org/drawingml/2006/main">
              <a:ext uri="{FF2B5EF4-FFF2-40B4-BE49-F238E27FC236}">
                <a16:creationId xmlns:a16="http://schemas.microsoft.com/office/drawing/2014/main" id="{162DA21E-F095-4780-9847-3EB9F02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연주하기</a:t>
            </a:r>
          </a:p>
        </p:txBody>
      </p:sp>
      <p:sp>
        <p:nvSpPr>
          <p:cNvPr id="19" name="stand-step-body-2">
            <a:extLst xmlns:a="http://schemas.openxmlformats.org/drawingml/2006/main">
              <a:ext uri="{FF2B5EF4-FFF2-40B4-BE49-F238E27FC236}">
                <a16:creationId xmlns:a16="http://schemas.microsoft.com/office/drawing/2014/main" id="{C57EA187-6AAC-420B-829A-FE4FCFCB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나가기·재생만 남고,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정지 배경은 기본색입니다.</a:t>
            </a:r>
          </a:p>
        </p:txBody>
      </p:sp>
      <p:sp>
        <p:nvSpPr>
          <p:cNvPr id="20" name="stand-step-3">
            <a:extLst xmlns:a="http://schemas.openxmlformats.org/drawingml/2006/main">
              <a:ext uri="{FF2B5EF4-FFF2-40B4-BE49-F238E27FC236}">
                <a16:creationId xmlns:a16="http://schemas.microsoft.com/office/drawing/2014/main" id="{8779CC73-1A86-4711-BE00-671584761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nd-step-num-3">
            <a:extLst xmlns:a="http://schemas.openxmlformats.org/drawingml/2006/main">
              <a:ext uri="{FF2B5EF4-FFF2-40B4-BE49-F238E27FC236}">
                <a16:creationId xmlns:a16="http://schemas.microsoft.com/office/drawing/2014/main" id="{A791A37A-56FC-4C94-B3CB-9F7F99F9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96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stand-step-label-3">
            <a:extLst xmlns:a="http://schemas.openxmlformats.org/drawingml/2006/main">
              <a:ext uri="{FF2B5EF4-FFF2-40B4-BE49-F238E27FC236}">
                <a16:creationId xmlns:a16="http://schemas.microsoft.com/office/drawing/2014/main" id="{03CF973B-C8BE-4BD8-9288-3669AB6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244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나가기</a:t>
            </a:r>
          </a:p>
        </p:txBody>
      </p:sp>
      <p:sp>
        <p:nvSpPr>
          <p:cNvPr id="23" name="stand-step-body-3">
            <a:extLst xmlns:a="http://schemas.openxmlformats.org/drawingml/2006/main">
              <a:ext uri="{FF2B5EF4-FFF2-40B4-BE49-F238E27FC236}">
                <a16:creationId xmlns:a16="http://schemas.microsoft.com/office/drawing/2014/main" id="{5FB2D9CC-3044-4B81-B8BF-0046FCA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054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‘나가기’, Escape 또는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빈 영역 더블 탭으로 종료합니다.</a:t>
            </a:r>
          </a:p>
        </p:txBody>
      </p:sp>
      <p:sp>
        <p:nvSpPr>
          <p:cNvPr id="24" name="stand-short-screen">
            <a:extLst xmlns:a="http://schemas.openxmlformats.org/drawingml/2006/main">
              <a:ext uri="{FF2B5EF4-FFF2-40B4-BE49-F238E27FC236}">
                <a16:creationId xmlns:a16="http://schemas.microsoft.com/office/drawing/2014/main" id="{E83C2D78-EDC5-44AB-955B-560AC8BDF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668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326FA7"/>
            </a:solidFill>
            <a:prstDash val="solid"/>
          </a:ln>
        </p:spPr>
      </p:sp>
      <p:sp>
        <p:nvSpPr>
          <p:cNvPr id="25" name="stand-short-screen-copy">
            <a:extLst xmlns:a="http://schemas.openxmlformats.org/drawingml/2006/main">
              <a:ext uri="{FF2B5EF4-FFF2-40B4-BE49-F238E27FC236}">
                <a16:creationId xmlns:a16="http://schemas.microsoft.com/office/drawing/2014/main" id="{6F359880-0D11-42F8-8C82-A7B4E7D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rPr>
              <a:t>아주 낮은 화면은 요소를 겹치지 않고 세로 스크롤로 재생 조작까지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703393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9-kicker">
            <a:extLst xmlns:a="http://schemas.openxmlformats.org/drawingml/2006/main">
              <a:ext uri="{FF2B5EF4-FFF2-40B4-BE49-F238E27FC236}">
                <a16:creationId xmlns:a16="http://schemas.microsoft.com/office/drawing/2014/main" id="{6A6869BE-9795-4D15-A0BC-F05AC5B7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곡 구조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F4D1F3C-0469-492F-B4DF-62B7BEE77F4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템포맵은 ‘연주 순서’를 먼저 검증합니다</a:t>
            </a:r>
          </a:p>
        </p:txBody>
      </p:sp>
      <p:sp>
        <p:nvSpPr>
          <p:cNvPr id="3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03EC0AAB-F533-4970-9899-6160F7E7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구간을 만든 뒤 반복·이동 지시가 실제로 어떻게 펼쳐지는지 확인하세요.</a:t>
            </a:r>
          </a:p>
        </p:txBody>
      </p:sp>
      <p:sp>
        <p:nvSpPr>
          <p:cNvPr id="4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7AC9EB68-857B-4DA8-B803-6FA8474C9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04AF254A-CFDD-4B0A-A84E-AB124496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tempo-phase-0-bg">
            <a:extLst xmlns:a="http://schemas.openxmlformats.org/drawingml/2006/main">
              <a:ext uri="{FF2B5EF4-FFF2-40B4-BE49-F238E27FC236}">
                <a16:creationId xmlns:a16="http://schemas.microsoft.com/office/drawing/2014/main" id="{CBD6034C-2E20-451A-B8A1-DFA8F834A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mpo-phase-0-label">
            <a:extLst xmlns:a="http://schemas.openxmlformats.org/drawingml/2006/main">
              <a:ext uri="{FF2B5EF4-FFF2-40B4-BE49-F238E27FC236}">
                <a16:creationId xmlns:a16="http://schemas.microsoft.com/office/drawing/2014/main" id="{00CDCF09-97A7-4844-8F09-4C4F62B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mpo-label-0">
            <a:extLst xmlns:a="http://schemas.openxmlformats.org/drawingml/2006/main">
              <a:ext uri="{FF2B5EF4-FFF2-40B4-BE49-F238E27FC236}">
                <a16:creationId xmlns:a16="http://schemas.microsoft.com/office/drawing/2014/main" id="{5CC4A75C-E03D-4469-B349-31EE10F2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19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전체 설정</a:t>
            </a:r>
          </a:p>
        </p:txBody>
      </p:sp>
      <p:sp>
        <p:nvSpPr>
          <p:cNvPr id="9" name="tempo-body-0">
            <a:extLst xmlns:a="http://schemas.openxmlformats.org/drawingml/2006/main">
              <a:ext uri="{FF2B5EF4-FFF2-40B4-BE49-F238E27FC236}">
                <a16:creationId xmlns:a16="http://schemas.microsoft.com/office/drawing/2014/main" id="{05ECBF77-2834-478D-9886-06205F8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19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총 마디·예비박·못갖춘마디</a:t>
            </a:r>
          </a:p>
        </p:txBody>
      </p:sp>
      <p:sp>
        <p:nvSpPr>
          <p:cNvPr id="10" name="tempo-phase-1-bg">
            <a:extLst xmlns:a="http://schemas.openxmlformats.org/drawingml/2006/main">
              <a:ext uri="{FF2B5EF4-FFF2-40B4-BE49-F238E27FC236}">
                <a16:creationId xmlns:a16="http://schemas.microsoft.com/office/drawing/2014/main" id="{B49E50EA-36F9-438E-BDF0-D25902012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mpo-phase-1-label">
            <a:extLst xmlns:a="http://schemas.openxmlformats.org/drawingml/2006/main">
              <a:ext uri="{FF2B5EF4-FFF2-40B4-BE49-F238E27FC236}">
                <a16:creationId xmlns:a16="http://schemas.microsoft.com/office/drawing/2014/main" id="{9A63C196-7D0A-4B4E-ADD5-8E23B565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85925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mpo-label-1">
            <a:extLst xmlns:a="http://schemas.openxmlformats.org/drawingml/2006/main">
              <a:ext uri="{FF2B5EF4-FFF2-40B4-BE49-F238E27FC236}">
                <a16:creationId xmlns:a16="http://schemas.microsoft.com/office/drawing/2014/main" id="{BE433DA9-DD61-4CA6-8EC9-6F441DDD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19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구간 편집</a:t>
            </a:r>
          </a:p>
        </p:txBody>
      </p:sp>
      <p:sp>
        <p:nvSpPr>
          <p:cNvPr id="13" name="tempo-body-1">
            <a:extLst xmlns:a="http://schemas.openxmlformats.org/drawingml/2006/main">
              <a:ext uri="{FF2B5EF4-FFF2-40B4-BE49-F238E27FC236}">
                <a16:creationId xmlns:a16="http://schemas.microsoft.com/office/drawing/2014/main" id="{D22ED881-0B1E-41AC-BB1E-4DD09E1A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19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시작/끝·BPM·박자·강세</a:t>
            </a:r>
          </a:p>
        </p:txBody>
      </p:sp>
      <p:sp>
        <p:nvSpPr>
          <p:cNvPr id="14" name="tempo-phase-2-bg">
            <a:extLst xmlns:a="http://schemas.openxmlformats.org/drawingml/2006/main">
              <a:ext uri="{FF2B5EF4-FFF2-40B4-BE49-F238E27FC236}">
                <a16:creationId xmlns:a16="http://schemas.microsoft.com/office/drawing/2014/main" id="{955374C3-A73B-4F2B-B2BF-976CE730D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mpo-phase-2-label">
            <a:extLst xmlns:a="http://schemas.openxmlformats.org/drawingml/2006/main">
              <a:ext uri="{FF2B5EF4-FFF2-40B4-BE49-F238E27FC236}">
                <a16:creationId xmlns:a16="http://schemas.microsoft.com/office/drawing/2014/main" id="{324FE5AF-A8A5-4A32-808F-45CB35D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85925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mpo-label-2">
            <a:extLst xmlns:a="http://schemas.openxmlformats.org/drawingml/2006/main">
              <a:ext uri="{FF2B5EF4-FFF2-40B4-BE49-F238E27FC236}">
                <a16:creationId xmlns:a16="http://schemas.microsoft.com/office/drawing/2014/main" id="{65FFDF41-6902-4C14-ADC1-3C9BA37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전개 확인</a:t>
            </a:r>
          </a:p>
        </p:txBody>
      </p:sp>
      <p:sp>
        <p:nvSpPr>
          <p:cNvPr id="17" name="tempo-body-2">
            <a:extLst xmlns:a="http://schemas.openxmlformats.org/drawingml/2006/main">
              <a:ext uri="{FF2B5EF4-FFF2-40B4-BE49-F238E27FC236}">
                <a16:creationId xmlns:a16="http://schemas.microsoft.com/office/drawing/2014/main" id="{5E41A5B3-9003-406D-A732-9BB2E95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19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반복·volta·D.C./D.S./Fine/Coda</a:t>
            </a:r>
          </a:p>
        </p:txBody>
      </p:sp>
      <p:sp>
        <p:nvSpPr>
          <p:cNvPr id="18" name="tempo-editor-frame">
            <a:extLst xmlns:a="http://schemas.openxmlformats.org/drawingml/2006/main">
              <a:ext uri="{FF2B5EF4-FFF2-40B4-BE49-F238E27FC236}">
                <a16:creationId xmlns:a16="http://schemas.microsoft.com/office/drawing/2014/main" id="{3FBB13B4-1D4D-4BF1-9F9D-3A3743321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1010900" cy="37528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8" name="Screenshot 9.1" title="데스크톱 템포맵 편집기에서 전체 설정, 구간 타임라인과 구간 속성이 보이는 화면" descr="데스크톱 템포맵 편집기에서 전체 설정, 구간 타임라인과 구간 속성이 보이는 화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dd48a47a64d7f"/>
          <a:srcRect xmlns:a="http://schemas.openxmlformats.org/drawingml/2006/main" l="0" t="22917" r="0" b="22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400300"/>
            <a:ext cx="109728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</p:spTree>
    <p:extLst>
      <p:ext uri="{BB962C8B-B14F-4D97-AF65-F5344CB8AC3E}">
        <p14:creationId xmlns:p14="http://schemas.microsoft.com/office/powerpoint/2010/main" val="1568514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10-kicker">
            <a:extLst xmlns:a="http://schemas.openxmlformats.org/drawingml/2006/main">
              <a:ext uri="{FF2B5EF4-FFF2-40B4-BE49-F238E27FC236}">
                <a16:creationId xmlns:a16="http://schemas.microsoft.com/office/drawing/2014/main" id="{D8BD2377-C160-4BE9-84C8-6E4EC96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안전한 저장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A68A83D-9FCF-4541-84C1-F51E381789E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충돌은 비교하고, 오프라인은 읽기 전용으로 엽니다</a:t>
            </a:r>
          </a:p>
        </p:txBody>
      </p:sp>
      <p:sp>
        <p:nvSpPr>
          <p:cNvPr id="3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175FFA12-574F-4EB8-ABCF-8FD6589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오래된 캐시가 권한 오류나 서버 오류를 숨기지 않습니다.</a:t>
            </a:r>
          </a:p>
        </p:txBody>
      </p:sp>
      <p:sp>
        <p:nvSpPr>
          <p:cNvPr id="4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089FCBBB-1339-4BBD-B734-260E2239C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7716091E-3771-479E-842F-00ED36A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conflict-num-0">
            <a:extLst xmlns:a="http://schemas.openxmlformats.org/drawingml/2006/main">
              <a:ext uri="{FF2B5EF4-FFF2-40B4-BE49-F238E27FC236}">
                <a16:creationId xmlns:a16="http://schemas.microsoft.com/office/drawing/2014/main" id="{31839BC6-3929-4841-9920-1CC963B7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flict-number-0">
            <a:extLst xmlns:a="http://schemas.openxmlformats.org/drawingml/2006/main">
              <a:ext uri="{FF2B5EF4-FFF2-40B4-BE49-F238E27FC236}">
                <a16:creationId xmlns:a16="http://schemas.microsoft.com/office/drawing/2014/main" id="{6E405C7A-2A6B-4419-89BF-A30F8B05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conflict-line-0">
            <a:extLst xmlns:a="http://schemas.openxmlformats.org/drawingml/2006/main">
              <a:ext uri="{FF2B5EF4-FFF2-40B4-BE49-F238E27FC236}">
                <a16:creationId xmlns:a16="http://schemas.microsoft.com/office/drawing/2014/main" id="{B47C812C-6C37-42ED-ABE0-2E3671E59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05025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flict-label-0">
            <a:extLst xmlns:a="http://schemas.openxmlformats.org/drawingml/2006/main">
              <a:ext uri="{FF2B5EF4-FFF2-40B4-BE49-F238E27FC236}">
                <a16:creationId xmlns:a16="http://schemas.microsoft.com/office/drawing/2014/main" id="{E963E09B-740E-405E-82D6-FA47C2B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온라인 편집</a:t>
            </a:r>
          </a:p>
        </p:txBody>
      </p:sp>
      <p:sp>
        <p:nvSpPr>
          <p:cNvPr id="10" name="conflict-body-0">
            <a:extLst xmlns:a="http://schemas.openxmlformats.org/drawingml/2006/main">
              <a:ext uri="{FF2B5EF4-FFF2-40B4-BE49-F238E27FC236}">
                <a16:creationId xmlns:a16="http://schemas.microsoft.com/office/drawing/2014/main" id="{846E7AC2-4FF8-4A55-BA5D-A499E086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현재 revision을 읽고 변경</a:t>
            </a:r>
          </a:p>
        </p:txBody>
      </p:sp>
      <p:sp>
        <p:nvSpPr>
          <p:cNvPr id="11" name="conflict-num-1">
            <a:extLst xmlns:a="http://schemas.openxmlformats.org/drawingml/2006/main">
              <a:ext uri="{FF2B5EF4-FFF2-40B4-BE49-F238E27FC236}">
                <a16:creationId xmlns:a16="http://schemas.microsoft.com/office/drawing/2014/main" id="{E5C68D42-0DE2-4844-8E1B-0CA48D5F4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flict-number-1">
            <a:extLst xmlns:a="http://schemas.openxmlformats.org/drawingml/2006/main">
              <a:ext uri="{FF2B5EF4-FFF2-40B4-BE49-F238E27FC236}">
                <a16:creationId xmlns:a16="http://schemas.microsoft.com/office/drawing/2014/main" id="{5BD25FBB-106E-4365-9ECE-A5584C4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907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conflict-line-1">
            <a:extLst xmlns:a="http://schemas.openxmlformats.org/drawingml/2006/main">
              <a:ext uri="{FF2B5EF4-FFF2-40B4-BE49-F238E27FC236}">
                <a16:creationId xmlns:a16="http://schemas.microsoft.com/office/drawing/2014/main" id="{AFD764A0-9EB7-47BB-ACB3-3B1BED790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05025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flict-label-1">
            <a:extLst xmlns:a="http://schemas.openxmlformats.org/drawingml/2006/main">
              <a:ext uri="{FF2B5EF4-FFF2-40B4-BE49-F238E27FC236}">
                <a16:creationId xmlns:a16="http://schemas.microsoft.com/office/drawing/2014/main" id="{09B1FFE2-8147-48B6-BE0B-B77DFC4E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저장 요청</a:t>
            </a:r>
          </a:p>
        </p:txBody>
      </p:sp>
      <p:sp>
        <p:nvSpPr>
          <p:cNvPr id="15" name="conflict-body-1">
            <a:extLst xmlns:a="http://schemas.openxmlformats.org/drawingml/2006/main">
              <a:ext uri="{FF2B5EF4-FFF2-40B4-BE49-F238E27FC236}">
                <a16:creationId xmlns:a16="http://schemas.microsoft.com/office/drawing/2014/main" id="{9CD10EF0-0849-4660-B7A9-4E7B873A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expectedRevision과 data 전송</a:t>
            </a:r>
          </a:p>
        </p:txBody>
      </p:sp>
      <p:sp>
        <p:nvSpPr>
          <p:cNvPr id="16" name="conflict-num-2">
            <a:extLst xmlns:a="http://schemas.openxmlformats.org/drawingml/2006/main">
              <a:ext uri="{FF2B5EF4-FFF2-40B4-BE49-F238E27FC236}">
                <a16:creationId xmlns:a16="http://schemas.microsoft.com/office/drawing/2014/main" id="{10278C0C-537D-44C0-B957-D24BDF1AF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flict-number-2">
            <a:extLst xmlns:a="http://schemas.openxmlformats.org/drawingml/2006/main">
              <a:ext uri="{FF2B5EF4-FFF2-40B4-BE49-F238E27FC236}">
                <a16:creationId xmlns:a16="http://schemas.microsoft.com/office/drawing/2014/main" id="{32EF17FF-22B5-4ED5-AA44-A4185CBC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907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conflict-line-2">
            <a:extLst xmlns:a="http://schemas.openxmlformats.org/drawingml/2006/main">
              <a:ext uri="{FF2B5EF4-FFF2-40B4-BE49-F238E27FC236}">
                <a16:creationId xmlns:a16="http://schemas.microsoft.com/office/drawing/2014/main" id="{1A636DF8-0E6A-4BCD-90EE-1C4F1469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flict-label-2">
            <a:extLst xmlns:a="http://schemas.openxmlformats.org/drawingml/2006/main">
              <a:ext uri="{FF2B5EF4-FFF2-40B4-BE49-F238E27FC236}">
                <a16:creationId xmlns:a16="http://schemas.microsoft.com/office/drawing/2014/main" id="{64BA3486-FBD7-4106-88EB-DCE3BB74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409 충돌</a:t>
            </a:r>
          </a:p>
        </p:txBody>
      </p:sp>
      <p:sp>
        <p:nvSpPr>
          <p:cNvPr id="20" name="conflict-body-2">
            <a:extLst xmlns:a="http://schemas.openxmlformats.org/drawingml/2006/main">
              <a:ext uri="{FF2B5EF4-FFF2-40B4-BE49-F238E27FC236}">
                <a16:creationId xmlns:a16="http://schemas.microsoft.com/office/drawing/2014/main" id="{7E5F588F-E09A-4357-A07A-B42C2F1B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서버 최신본과 내 변경 비교</a:t>
            </a:r>
          </a:p>
        </p:txBody>
      </p:sp>
      <p:sp>
        <p:nvSpPr>
          <p:cNvPr id="21" name="conflict-num-3">
            <a:extLst xmlns:a="http://schemas.openxmlformats.org/drawingml/2006/main">
              <a:ext uri="{FF2B5EF4-FFF2-40B4-BE49-F238E27FC236}">
                <a16:creationId xmlns:a16="http://schemas.microsoft.com/office/drawing/2014/main" id="{416F9100-1186-4799-B7F0-3A1714BF0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flict-number-3">
            <a:extLst xmlns:a="http://schemas.openxmlformats.org/drawingml/2006/main">
              <a:ext uri="{FF2B5EF4-FFF2-40B4-BE49-F238E27FC236}">
                <a16:creationId xmlns:a16="http://schemas.microsoft.com/office/drawing/2014/main" id="{B6BFE80C-BF63-4304-94A6-6A1B3EDC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907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conflict-label-3">
            <a:extLst xmlns:a="http://schemas.openxmlformats.org/drawingml/2006/main">
              <a:ext uri="{FF2B5EF4-FFF2-40B4-BE49-F238E27FC236}">
                <a16:creationId xmlns:a16="http://schemas.microsoft.com/office/drawing/2014/main" id="{3EB0A5B7-4B93-41F0-8F81-66D1547C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명시적 재저장</a:t>
            </a:r>
          </a:p>
        </p:txBody>
      </p:sp>
      <p:sp>
        <p:nvSpPr>
          <p:cNvPr id="24" name="conflict-body-3">
            <a:extLst xmlns:a="http://schemas.openxmlformats.org/drawingml/2006/main">
              <a:ext uri="{FF2B5EF4-FFF2-40B4-BE49-F238E27FC236}">
                <a16:creationId xmlns:a16="http://schemas.microsoft.com/office/drawing/2014/main" id="{6ED83CAD-99E4-4BF7-8D29-E3AF5982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확인한 결과만 새 revision으로 저장</a:t>
            </a:r>
          </a:p>
        </p:txBody>
      </p:sp>
      <p:sp>
        <p:nvSpPr>
          <p:cNvPr id="25" name="network-only-panel">
            <a:extLst xmlns:a="http://schemas.openxmlformats.org/drawingml/2006/main">
              <a:ext uri="{FF2B5EF4-FFF2-40B4-BE49-F238E27FC236}">
                <a16:creationId xmlns:a16="http://schemas.microsoft.com/office/drawing/2014/main" id="{57476020-D7FA-4485-B03E-8BD7128A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1970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network-only-label">
            <a:extLst xmlns:a="http://schemas.openxmlformats.org/drawingml/2006/main">
              <a:ext uri="{FF2B5EF4-FFF2-40B4-BE49-F238E27FC236}">
                <a16:creationId xmlns:a16="http://schemas.microsoft.com/office/drawing/2014/main" id="{E107AC25-2E60-471D-BC13-847ABBF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네트워크 실패</a:t>
            </a:r>
          </a:p>
        </p:txBody>
      </p:sp>
      <p:sp>
        <p:nvSpPr>
          <p:cNvPr id="27" name="network-only-body">
            <a:extLst xmlns:a="http://schemas.openxmlformats.org/drawingml/2006/main">
              <a:ext uri="{FF2B5EF4-FFF2-40B4-BE49-F238E27FC236}">
                <a16:creationId xmlns:a16="http://schemas.microsoft.com/office/drawing/2014/main" id="{CB9D6B73-AD6D-4B1A-B0C4-DAB4E5F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4838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현재 사용자의 마지막 검증 사본을 읽기 전용으로 열 수 있습니다. 편집·가져오기·저장은 잠깁니다.</a:t>
            </a:r>
          </a:p>
        </p:txBody>
      </p:sp>
      <p:sp>
        <p:nvSpPr>
          <p:cNvPr id="28" name="not-cache-panel">
            <a:extLst xmlns:a="http://schemas.openxmlformats.org/drawingml/2006/main">
              <a:ext uri="{FF2B5EF4-FFF2-40B4-BE49-F238E27FC236}">
                <a16:creationId xmlns:a16="http://schemas.microsoft.com/office/drawing/2014/main" id="{F5C27D0B-40EB-422C-8CAB-456F49C4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521970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not-cache-label">
            <a:extLst xmlns:a="http://schemas.openxmlformats.org/drawingml/2006/main">
              <a:ext uri="{FF2B5EF4-FFF2-40B4-BE49-F238E27FC236}">
                <a16:creationId xmlns:a16="http://schemas.microsoft.com/office/drawing/2014/main" id="{FAE8E646-07E0-4813-A9F9-A9EE14F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캐시로 숨기지 않는 오류</a:t>
            </a:r>
          </a:p>
        </p:txBody>
      </p:sp>
      <p:sp>
        <p:nvSpPr>
          <p:cNvPr id="30" name="not-cache-body">
            <a:extLst xmlns:a="http://schemas.openxmlformats.org/drawingml/2006/main">
              <a:ext uri="{FF2B5EF4-FFF2-40B4-BE49-F238E27FC236}">
                <a16:creationId xmlns:a16="http://schemas.microsoft.com/office/drawing/2014/main" id="{F5DA986C-41BD-4DF2-B02B-3674AF4B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4838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401/403 권한, 404 삭제, 409 충돌, 검증 오류, 서버 5xx는 실제 원인과 재시도를 표시합니다.</a:t>
            </a:r>
          </a:p>
        </p:txBody>
      </p:sp>
      <p:sp>
        <p:nvSpPr>
          <p:cNvPr id="31" name="offline-footer">
            <a:extLst xmlns:a="http://schemas.openxmlformats.org/drawingml/2006/main">
              <a:ext uri="{FF2B5EF4-FFF2-40B4-BE49-F238E27FC236}">
                <a16:creationId xmlns:a16="http://schemas.microsoft.com/office/drawing/2014/main" id="{242DD4B8-FDFD-4BF9-BFE0-0653A01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연결이 돌아오면 서버를 다시 확인한 뒤 편집을 재개하세요.</a:t>
            </a:r>
          </a:p>
        </p:txBody>
      </p:sp>
    </p:spTree>
    <p:extLst>
      <p:ext uri="{BB962C8B-B14F-4D97-AF65-F5344CB8AC3E}">
        <p14:creationId xmlns:p14="http://schemas.microsoft.com/office/powerpoint/2010/main" val="1045198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11-kicker">
            <a:extLst xmlns:a="http://schemas.openxmlformats.org/drawingml/2006/main">
              <a:ext uri="{FF2B5EF4-FFF2-40B4-BE49-F238E27FC236}">
                <a16:creationId xmlns:a16="http://schemas.microsoft.com/office/drawing/2014/main" id="{61AF0E7B-3E32-4E34-82BD-63399D0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팀 구조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691BF4C5-1B9A-46FA-95EA-3B075E2179B3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그룹 → 프로젝트 → 레퍼토리가 공유의 기준입니다</a:t>
            </a:r>
          </a:p>
        </p:txBody>
      </p:sp>
      <p:sp>
        <p:nvSpPr>
          <p:cNvPr id="3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9B87ADD5-D378-4EDA-A824-C3A6EAA4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역할은 UI를 안내하지만 최종 권한은 서버가 다시 검사합니다.</a:t>
            </a:r>
          </a:p>
        </p:txBody>
      </p:sp>
      <p:sp>
        <p:nvSpPr>
          <p:cNvPr id="4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1D479E3C-7812-426E-A92E-B558E07A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70609EA5-83BE-4B07-BC1A-95F92DE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0E0B8A86-D4A3-4501-9393-A6DF0BD94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848350" cy="40195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Screenshot 11.1" title="프로젝트 대시보드에서 그룹, 프로젝트와 레퍼토리 구조가 보이는 화면" descr="프로젝트 대시보드에서 그룹, 프로젝트와 레퍼토리 구조가 보이는 화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c8098b45d45a7"/>
          <a:srcRect xmlns:a="http://schemas.openxmlformats.org/drawingml/2006/main" l="4396" t="0" r="43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5810250" cy="3981450"/>
          </a:xfrm>
          <a:prstGeom xmlns:a="http://schemas.openxmlformats.org/drawingml/2006/main" prst="roundRect">
            <a:avLst>
              <a:gd name="adj" fmla="val 3828"/>
            </a:avLst>
          </a:prstGeom>
        </p:spPr>
      </p:pic>
      <p:sp>
        <p:nvSpPr>
          <p:cNvPr id="8" name="hierarchy-0">
            <a:extLst xmlns:a="http://schemas.openxmlformats.org/drawingml/2006/main">
              <a:ext uri="{FF2B5EF4-FFF2-40B4-BE49-F238E27FC236}">
                <a16:creationId xmlns:a16="http://schemas.microsoft.com/office/drawing/2014/main" id="{96DBF11B-7674-4D78-9E22-FB03C922E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hierarchy-label-0">
            <a:extLst xmlns:a="http://schemas.openxmlformats.org/drawingml/2006/main">
              <a:ext uri="{FF2B5EF4-FFF2-40B4-BE49-F238E27FC236}">
                <a16:creationId xmlns:a16="http://schemas.microsoft.com/office/drawing/2014/main" id="{B51506C9-239D-442B-9A5D-E37EB1CC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90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그룹</a:t>
            </a:r>
          </a:p>
        </p:txBody>
      </p:sp>
      <p:sp>
        <p:nvSpPr>
          <p:cNvPr id="10" name="hierarchy-body-0">
            <a:extLst xmlns:a="http://schemas.openxmlformats.org/drawingml/2006/main">
              <a:ext uri="{FF2B5EF4-FFF2-40B4-BE49-F238E27FC236}">
                <a16:creationId xmlns:a16="http://schemas.microsoft.com/office/drawing/2014/main" id="{C55E231D-3810-4D27-A885-6C2C771A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멤버와 역할</a:t>
            </a:r>
          </a:p>
        </p:txBody>
      </p:sp>
      <p:sp>
        <p:nvSpPr>
          <p:cNvPr id="11" name="hierarchy-1">
            <a:extLst xmlns:a="http://schemas.openxmlformats.org/drawingml/2006/main">
              <a:ext uri="{FF2B5EF4-FFF2-40B4-BE49-F238E27FC236}">
                <a16:creationId xmlns:a16="http://schemas.microsoft.com/office/drawing/2014/main" id="{A1A6C41D-A28D-4971-9F41-C5546BA58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3257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hierarchy-label-1">
            <a:extLst xmlns:a="http://schemas.openxmlformats.org/drawingml/2006/main">
              <a:ext uri="{FF2B5EF4-FFF2-40B4-BE49-F238E27FC236}">
                <a16:creationId xmlns:a16="http://schemas.microsoft.com/office/drawing/2014/main" id="{6CD7196D-059B-44AF-8AC5-59A3B0C8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프로젝트</a:t>
            </a:r>
          </a:p>
        </p:txBody>
      </p:sp>
      <p:sp>
        <p:nvSpPr>
          <p:cNvPr id="13" name="hierarchy-body-1">
            <a:extLst xmlns:a="http://schemas.openxmlformats.org/drawingml/2006/main">
              <a:ext uri="{FF2B5EF4-FFF2-40B4-BE49-F238E27FC236}">
                <a16:creationId xmlns:a16="http://schemas.microsoft.com/office/drawing/2014/main" id="{6A38C6A2-C653-4F3B-BF2C-76933240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공연·팀 단위</a:t>
            </a:r>
          </a:p>
        </p:txBody>
      </p:sp>
      <p:sp>
        <p:nvSpPr>
          <p:cNvPr id="14" name="hierarchy-2">
            <a:extLst xmlns:a="http://schemas.openxmlformats.org/drawingml/2006/main">
              <a:ext uri="{FF2B5EF4-FFF2-40B4-BE49-F238E27FC236}">
                <a16:creationId xmlns:a16="http://schemas.microsoft.com/office/drawing/2014/main" id="{617D8DB1-C141-4B96-85A7-B282B2FC9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2609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9525">
            <a:solidFill>
              <a:srgbClr val="916C24"/>
            </a:solidFill>
            <a:prstDash val="solid"/>
          </a:ln>
        </p:spPr>
      </p:sp>
      <p:sp>
        <p:nvSpPr>
          <p:cNvPr id="15" name="hierarchy-label-2">
            <a:extLst xmlns:a="http://schemas.openxmlformats.org/drawingml/2006/main">
              <a:ext uri="{FF2B5EF4-FFF2-40B4-BE49-F238E27FC236}">
                <a16:creationId xmlns:a16="http://schemas.microsoft.com/office/drawing/2014/main" id="{19EA521C-6743-4369-9F23-E9D3E0BB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81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레퍼토리</a:t>
            </a:r>
          </a:p>
        </p:txBody>
      </p:sp>
      <p:sp>
        <p:nvSpPr>
          <p:cNvPr id="16" name="hierarchy-body-2">
            <a:extLst xmlns:a="http://schemas.openxmlformats.org/drawingml/2006/main">
              <a:ext uri="{FF2B5EF4-FFF2-40B4-BE49-F238E27FC236}">
                <a16:creationId xmlns:a16="http://schemas.microsoft.com/office/drawing/2014/main" id="{248C4FDB-25C4-4F30-A9AB-BAE96A61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템포맵·악보·일지</a:t>
            </a:r>
          </a:p>
        </p:txBody>
      </p:sp>
      <p:sp>
        <p:nvSpPr>
          <p:cNvPr id="17" name="roles-title">
            <a:extLst xmlns:a="http://schemas.openxmlformats.org/drawingml/2006/main">
              <a:ext uri="{FF2B5EF4-FFF2-40B4-BE49-F238E27FC236}">
                <a16:creationId xmlns:a16="http://schemas.microsoft.com/office/drawing/2014/main" id="{F4E6287A-6B17-48B2-AD84-A86221A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14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역할 빠른 구분</a:t>
            </a:r>
          </a:p>
        </p:txBody>
      </p:sp>
      <p:sp>
        <p:nvSpPr>
          <p:cNvPr id="18" name="role-0-bg">
            <a:extLst xmlns:a="http://schemas.openxmlformats.org/drawingml/2006/main">
              <a:ext uri="{FF2B5EF4-FFF2-40B4-BE49-F238E27FC236}">
                <a16:creationId xmlns:a16="http://schemas.microsoft.com/office/drawing/2014/main" id="{B3D0283B-C024-484B-A256-CFB799B40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-0-label">
            <a:extLst xmlns:a="http://schemas.openxmlformats.org/drawingml/2006/main">
              <a:ext uri="{FF2B5EF4-FFF2-40B4-BE49-F238E27FC236}">
                <a16:creationId xmlns:a16="http://schemas.microsoft.com/office/drawing/2014/main" id="{2371CAEA-0EB8-46BC-BB8C-5DF001BC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38725"/>
            <a:ext cx="99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owner</a:t>
            </a:r>
          </a:p>
        </p:txBody>
      </p:sp>
      <p:sp>
        <p:nvSpPr>
          <p:cNvPr id="20" name="role-body-0">
            <a:extLst xmlns:a="http://schemas.openxmlformats.org/drawingml/2006/main">
              <a:ext uri="{FF2B5EF4-FFF2-40B4-BE49-F238E27FC236}">
                <a16:creationId xmlns:a16="http://schemas.microsoft.com/office/drawing/2014/main" id="{9E10D4B6-BFFB-4721-AC8A-84B432BA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6735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그룹 전체 관리</a:t>
            </a:r>
          </a:p>
        </p:txBody>
      </p:sp>
      <p:sp>
        <p:nvSpPr>
          <p:cNvPr id="21" name="role-1-bg">
            <a:extLst xmlns:a="http://schemas.openxmlformats.org/drawingml/2006/main">
              <a:ext uri="{FF2B5EF4-FFF2-40B4-BE49-F238E27FC236}">
                <a16:creationId xmlns:a16="http://schemas.microsoft.com/office/drawing/2014/main" id="{EA794D95-A670-4C53-9D0D-207AA7D9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7205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4F03B85A-921A-4FF8-9BBC-9B345BED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38725"/>
            <a:ext cx="99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leader</a:t>
            </a:r>
          </a:p>
        </p:txBody>
      </p:sp>
      <p:sp>
        <p:nvSpPr>
          <p:cNvPr id="23" name="role-body-1">
            <a:extLst xmlns:a="http://schemas.openxmlformats.org/drawingml/2006/main">
              <a:ext uri="{FF2B5EF4-FFF2-40B4-BE49-F238E27FC236}">
                <a16:creationId xmlns:a16="http://schemas.microsoft.com/office/drawing/2014/main" id="{ADE6EF91-2718-49E4-87EF-92DF7B1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세션·악보 관리</a:t>
            </a:r>
          </a:p>
        </p:txBody>
      </p:sp>
      <p:sp>
        <p:nvSpPr>
          <p:cNvPr id="24" name="role-2-bg">
            <a:extLst xmlns:a="http://schemas.openxmlformats.org/drawingml/2006/main">
              <a:ext uri="{FF2B5EF4-FFF2-40B4-BE49-F238E27FC236}">
                <a16:creationId xmlns:a16="http://schemas.microsoft.com/office/drawing/2014/main" id="{A0881A0E-CDC1-453B-A74C-11860E5A9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7205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DD01D00A-D431-4725-A87E-36C1DCEB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38725"/>
            <a:ext cx="99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member</a:t>
            </a:r>
          </a:p>
        </p:txBody>
      </p:sp>
      <p:sp>
        <p:nvSpPr>
          <p:cNvPr id="26" name="role-body-2">
            <a:extLst xmlns:a="http://schemas.openxmlformats.org/drawingml/2006/main">
              <a:ext uri="{FF2B5EF4-FFF2-40B4-BE49-F238E27FC236}">
                <a16:creationId xmlns:a16="http://schemas.microsoft.com/office/drawing/2014/main" id="{902AA34C-FA69-49F8-B62F-9FB74B1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6735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열람·연습 참가</a:t>
            </a:r>
          </a:p>
        </p:txBody>
      </p:sp>
    </p:spTree>
    <p:extLst>
      <p:ext uri="{BB962C8B-B14F-4D97-AF65-F5344CB8AC3E}">
        <p14:creationId xmlns:p14="http://schemas.microsoft.com/office/powerpoint/2010/main" val="7058297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2-kicker">
            <a:extLst xmlns:a="http://schemas.openxmlformats.org/drawingml/2006/main">
              <a:ext uri="{FF2B5EF4-FFF2-40B4-BE49-F238E27FC236}">
                <a16:creationId xmlns:a16="http://schemas.microsoft.com/office/drawing/2014/main" id="{445C532C-2F44-43F3-AFB6-2BA5009C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기기 준비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24BE4C00-6A1B-4E65-B730-7B4DDDBE3EC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출력 보정과 튜너는 서로 다른 문제를 해결합니다</a:t>
            </a:r>
          </a:p>
        </p:txBody>
      </p:sp>
      <p:sp>
        <p:nvSpPr>
          <p:cNvPr id="3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DB3057FE-B23F-4DF9-A28A-2223CA5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보정은 ‘언제 들리는가’, 튜너는 ‘어떤 음인가’를 확인합니다.</a:t>
            </a:r>
          </a:p>
        </p:txBody>
      </p:sp>
      <p:sp>
        <p:nvSpPr>
          <p:cNvPr id="4" name="slide-12-rule">
            <a:extLst xmlns:a="http://schemas.openxmlformats.org/drawingml/2006/main">
              <a:ext uri="{FF2B5EF4-FFF2-40B4-BE49-F238E27FC236}">
                <a16:creationId xmlns:a16="http://schemas.microsoft.com/office/drawing/2014/main" id="{402278CC-E842-4CA7-B4A9-9DAC90F95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77AE1566-357B-4A80-BCAE-8FDCD39B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calibration-frame">
            <a:extLst xmlns:a="http://schemas.openxmlformats.org/drawingml/2006/main">
              <a:ext uri="{FF2B5EF4-FFF2-40B4-BE49-F238E27FC236}">
                <a16:creationId xmlns:a16="http://schemas.microsoft.com/office/drawing/2014/main" id="{D14D886C-A2CE-4574-A48C-5C0CF3DF6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419350" cy="4552950"/>
          </a:xfrm>
          <a:prstGeom xmlns:a="http://schemas.openxmlformats.org/drawingml/2006/main" prst="roundRect">
            <a:avLst>
              <a:gd name="adj" fmla="val 787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Screenshot 12.1" title="모바일 출력 지연 보정 화면에서 탭 측정을 시작하는 조작" descr="모바일 출력 지연 보정 화면에서 탭 측정을 시작하는 조작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6fd43079748a3"/>
          <a:stretch xmlns:a="http://schemas.openxmlformats.org/drawingml/2006/main"/>
        </p:blipFill>
        <p:spPr>
          <a:xfrm xmlns:a="http://schemas.openxmlformats.org/drawingml/2006/main">
            <a:off x="814252" y="1638300"/>
            <a:ext cx="2086246" cy="45148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8" name="tuner-frame">
            <a:extLst xmlns:a="http://schemas.openxmlformats.org/drawingml/2006/main">
              <a:ext uri="{FF2B5EF4-FFF2-40B4-BE49-F238E27FC236}">
                <a16:creationId xmlns:a16="http://schemas.microsoft.com/office/drawing/2014/main" id="{49FA5908-4CDE-49C8-B550-0F9776BF6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2419350" cy="4552950"/>
          </a:xfrm>
          <a:prstGeom xmlns:a="http://schemas.openxmlformats.org/drawingml/2006/main" prst="roundRect">
            <a:avLst>
              <a:gd name="adj" fmla="val 787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Screenshot 12.2" title="모바일 튜너 화면에서 음이름과 cents, A4 기준음을 확인하는 조작" descr="모바일 튜너 화면에서 음이름과 cents, A4 기준음을 확인하는 조작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414959f534307"/>
          <a:stretch xmlns:a="http://schemas.openxmlformats.org/drawingml/2006/main"/>
        </p:blipFill>
        <p:spPr>
          <a:xfrm xmlns:a="http://schemas.openxmlformats.org/drawingml/2006/main">
            <a:off x="3519352" y="1638300"/>
            <a:ext cx="2086246" cy="45148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0" name="calibration-copy-panel">
            <a:extLst xmlns:a="http://schemas.openxmlformats.org/drawingml/2006/main">
              <a:ext uri="{FF2B5EF4-FFF2-40B4-BE49-F238E27FC236}">
                <a16:creationId xmlns:a16="http://schemas.microsoft.com/office/drawing/2014/main" id="{F2FCE541-4421-4E8C-ACA8-0FB40362D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50292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alibration-copy-label">
            <a:extLst xmlns:a="http://schemas.openxmlformats.org/drawingml/2006/main">
              <a:ext uri="{FF2B5EF4-FFF2-40B4-BE49-F238E27FC236}">
                <a16:creationId xmlns:a16="http://schemas.microsoft.com/office/drawing/2014/main" id="{EE774535-D47A-4A05-B155-4D1D5983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출력 지연 보정</a:t>
            </a:r>
          </a:p>
        </p:txBody>
      </p:sp>
      <p:sp>
        <p:nvSpPr>
          <p:cNvPr id="12" name="calibration-copy-body">
            <a:extLst xmlns:a="http://schemas.openxmlformats.org/drawingml/2006/main">
              <a:ext uri="{FF2B5EF4-FFF2-40B4-BE49-F238E27FC236}">
                <a16:creationId xmlns:a16="http://schemas.microsoft.com/office/drawing/2014/main" id="{88565C85-56FD-4386-B589-46DC593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4648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1. 측정 시작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2. 화면·소리를 보고 탭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3. 중앙값 확인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4. 출력 장치별 저장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Bluetooth는 합주 기준으로 권장하지 않습니다.</a:t>
            </a:r>
          </a:p>
        </p:txBody>
      </p:sp>
      <p:sp>
        <p:nvSpPr>
          <p:cNvPr id="13" name="tuner-copy-panel">
            <a:extLst xmlns:a="http://schemas.openxmlformats.org/drawingml/2006/main">
              <a:ext uri="{FF2B5EF4-FFF2-40B4-BE49-F238E27FC236}">
                <a16:creationId xmlns:a16="http://schemas.microsoft.com/office/drawing/2014/main" id="{2F10D9AF-2B6E-44F6-99F4-CDADD0C34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50292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uner-copy-label">
            <a:extLst xmlns:a="http://schemas.openxmlformats.org/drawingml/2006/main">
              <a:ext uri="{FF2B5EF4-FFF2-40B4-BE49-F238E27FC236}">
                <a16:creationId xmlns:a16="http://schemas.microsoft.com/office/drawing/2014/main" id="{5C9935F6-EF86-4F23-A34E-C717CBAD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튜너</a:t>
            </a:r>
          </a:p>
        </p:txBody>
      </p:sp>
      <p:sp>
        <p:nvSpPr>
          <p:cNvPr id="15" name="tuner-copy-body">
            <a:extLst xmlns:a="http://schemas.openxmlformats.org/drawingml/2006/main">
              <a:ext uri="{FF2B5EF4-FFF2-40B4-BE49-F238E27FC236}">
                <a16:creationId xmlns:a16="http://schemas.microsoft.com/office/drawing/2014/main" id="{7CB09926-71B2-4817-BF6C-9A57E54F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91050"/>
            <a:ext cx="4648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1. 마이크 권한 허용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2. 음이름과 cents 확인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3. A4 기준음 선택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4. 종료 시 마이크 정리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A4: 415 / 430 / 440 / 442 / 443Hz</a:t>
            </a:r>
          </a:p>
        </p:txBody>
      </p:sp>
    </p:spTree>
    <p:extLst>
      <p:ext uri="{BB962C8B-B14F-4D97-AF65-F5344CB8AC3E}">
        <p14:creationId xmlns:p14="http://schemas.microsoft.com/office/powerpoint/2010/main" val="19058963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13-kicker">
            <a:extLst xmlns:a="http://schemas.openxmlformats.org/drawingml/2006/main">
              <a:ext uri="{FF2B5EF4-FFF2-40B4-BE49-F238E27FC236}">
                <a16:creationId xmlns:a16="http://schemas.microsoft.com/office/drawing/2014/main" id="{6D3DC0CB-7746-4E20-AFB3-0998B313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앙상블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5C8795BA-0BDC-4BA5-9BEA-D3B9626DBF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세션은 박 대신 시작 시각을 합의합니다</a:t>
            </a:r>
          </a:p>
        </p:txBody>
      </p:sp>
      <p:sp>
        <p:nvSpPr>
          <p:cNvPr id="3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7C62A985-8261-48DB-8AD6-432E31A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각 기기는 같은 tempo map revision으로 로컬 타임라인을 전개합니다.</a:t>
            </a:r>
          </a:p>
        </p:txBody>
      </p:sp>
      <p:sp>
        <p:nvSpPr>
          <p:cNvPr id="4" name="slide-13-rule">
            <a:extLst xmlns:a="http://schemas.openxmlformats.org/drawingml/2006/main">
              <a:ext uri="{FF2B5EF4-FFF2-40B4-BE49-F238E27FC236}">
                <a16:creationId xmlns:a16="http://schemas.microsoft.com/office/drawing/2014/main" id="{0CF68953-B622-48F9-8750-E4FF2E51A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44EB032B-C258-40D5-A14C-465E385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session-gate-frame">
            <a:extLst xmlns:a="http://schemas.openxmlformats.org/drawingml/2006/main">
              <a:ext uri="{FF2B5EF4-FFF2-40B4-BE49-F238E27FC236}">
                <a16:creationId xmlns:a16="http://schemas.microsoft.com/office/drawing/2014/main" id="{68421964-A1F4-4B8F-9A52-EE3EA65B9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594360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Screenshot 13.1" title="로그인 전 앙상블 세션 화면과 로그인 안내" descr="로그인 전 앙상블 세션 화면과 로그인 안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22267da3241e5"/>
          <a:srcRect xmlns:a="http://schemas.openxmlformats.org/drawingml/2006/main" l="2973" t="0" r="29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5905500" cy="392430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8" name="session-steps-circle-0">
            <a:extLst xmlns:a="http://schemas.openxmlformats.org/drawingml/2006/main">
              <a:ext uri="{FF2B5EF4-FFF2-40B4-BE49-F238E27FC236}">
                <a16:creationId xmlns:a16="http://schemas.microsoft.com/office/drawing/2014/main" id="{69C9661F-1BDA-4B7B-BC29-43CF6BB57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ssion-steps-num-0">
            <a:extLst xmlns:a="http://schemas.openxmlformats.org/drawingml/2006/main">
              <a:ext uri="{FF2B5EF4-FFF2-40B4-BE49-F238E27FC236}">
                <a16:creationId xmlns:a16="http://schemas.microsoft.com/office/drawing/2014/main" id="{2AC99C37-5271-4FB6-957E-B59C24C5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session-steps-text-0">
            <a:extLst xmlns:a="http://schemas.openxmlformats.org/drawingml/2006/main">
              <a:ext uri="{FF2B5EF4-FFF2-40B4-BE49-F238E27FC236}">
                <a16:creationId xmlns:a16="http://schemas.microsoft.com/office/drawing/2014/main" id="{D7D9F08A-7665-4C33-84A6-BBFED87A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리더가 레퍼토리에서 방을 만들고 초대 URL을 공유</a:t>
            </a:r>
          </a:p>
        </p:txBody>
      </p:sp>
      <p:sp>
        <p:nvSpPr>
          <p:cNvPr id="11" name="session-steps-circle-1">
            <a:extLst xmlns:a="http://schemas.openxmlformats.org/drawingml/2006/main">
              <a:ext uri="{FF2B5EF4-FFF2-40B4-BE49-F238E27FC236}">
                <a16:creationId xmlns:a16="http://schemas.microsoft.com/office/drawing/2014/main" id="{5CDEDCA7-6917-4906-8CB7-28C4CBD9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ssion-steps-num-1">
            <a:extLst xmlns:a="http://schemas.openxmlformats.org/drawingml/2006/main">
              <a:ext uri="{FF2B5EF4-FFF2-40B4-BE49-F238E27FC236}">
                <a16:creationId xmlns:a16="http://schemas.microsoft.com/office/drawing/2014/main" id="{7796B944-DACB-475F-9AE5-01842DAA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session-steps-text-1">
            <a:extLst xmlns:a="http://schemas.openxmlformats.org/drawingml/2006/main">
              <a:ext uri="{FF2B5EF4-FFF2-40B4-BE49-F238E27FC236}">
                <a16:creationId xmlns:a16="http://schemas.microsoft.com/office/drawing/2014/main" id="{717AE65F-D9E4-4E96-B887-95ADEE9E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참가자는 로그인 후 참가하고 출력 보정 상태를 확인</a:t>
            </a:r>
          </a:p>
        </p:txBody>
      </p:sp>
      <p:sp>
        <p:nvSpPr>
          <p:cNvPr id="14" name="session-steps-circle-2">
            <a:extLst xmlns:a="http://schemas.openxmlformats.org/drawingml/2006/main">
              <a:ext uri="{FF2B5EF4-FFF2-40B4-BE49-F238E27FC236}">
                <a16:creationId xmlns:a16="http://schemas.microsoft.com/office/drawing/2014/main" id="{D759B468-28E7-4E0F-92F2-C7BC829F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ssion-steps-num-2">
            <a:extLst xmlns:a="http://schemas.openxmlformats.org/drawingml/2006/main">
              <a:ext uri="{FF2B5EF4-FFF2-40B4-BE49-F238E27FC236}">
                <a16:creationId xmlns:a16="http://schemas.microsoft.com/office/drawing/2014/main" id="{72055ABF-56CD-404D-91C4-BD6115A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session-steps-text-2">
            <a:extLst xmlns:a="http://schemas.openxmlformats.org/drawingml/2006/main">
              <a:ext uri="{FF2B5EF4-FFF2-40B4-BE49-F238E27FC236}">
                <a16:creationId xmlns:a16="http://schemas.microsoft.com/office/drawing/2014/main" id="{DD06A7D5-6398-4B12-A2C7-F63AB465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045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모두 준비 → 서버 acknowledgment 또는 5초 timeout 확인</a:t>
            </a:r>
          </a:p>
        </p:txBody>
      </p:sp>
      <p:sp>
        <p:nvSpPr>
          <p:cNvPr id="17" name="session-steps-circle-3">
            <a:extLst xmlns:a="http://schemas.openxmlformats.org/drawingml/2006/main">
              <a:ext uri="{FF2B5EF4-FFF2-40B4-BE49-F238E27FC236}">
                <a16:creationId xmlns:a16="http://schemas.microsoft.com/office/drawing/2014/main" id="{B0E1C57C-57CD-44AF-9076-E33EA884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ssion-steps-num-3">
            <a:extLst xmlns:a="http://schemas.openxmlformats.org/drawingml/2006/main">
              <a:ext uri="{FF2B5EF4-FFF2-40B4-BE49-F238E27FC236}">
                <a16:creationId xmlns:a16="http://schemas.microsoft.com/office/drawing/2014/main" id="{60988FF1-C886-45A0-92A2-BE6BB431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session-steps-text-3">
            <a:extLst xmlns:a="http://schemas.openxmlformats.org/drawingml/2006/main">
              <a:ext uri="{FF2B5EF4-FFF2-40B4-BE49-F238E27FC236}">
                <a16:creationId xmlns:a16="http://schemas.microsoft.com/office/drawing/2014/main" id="{FA1AE041-717E-42B1-BDAC-58C82AFE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리더가 시작하면 다음 마디 경계에서 같은 타임라인 재생</a:t>
            </a:r>
          </a:p>
        </p:txBody>
      </p:sp>
      <p:sp>
        <p:nvSpPr>
          <p:cNvPr id="20" name="session-rule">
            <a:extLst xmlns:a="http://schemas.openxmlformats.org/drawingml/2006/main">
              <a:ext uri="{FF2B5EF4-FFF2-40B4-BE49-F238E27FC236}">
                <a16:creationId xmlns:a16="http://schemas.microsoft.com/office/drawing/2014/main" id="{C3A24B97-ABA1-421A-A914-7861C8FB5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67350"/>
            <a:ext cx="4286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ssion-rule-copy">
            <a:extLst xmlns:a="http://schemas.openxmlformats.org/drawingml/2006/main">
              <a:ext uri="{FF2B5EF4-FFF2-40B4-BE49-F238E27FC236}">
                <a16:creationId xmlns:a16="http://schemas.microsoft.com/office/drawing/2014/main" id="{E37E8B8D-A605-482A-AC72-816B0258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581650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네트워크 단절 중에도 이미 시작한 로컬 오디오는 멈추지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919826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4-kicker">
            <a:extLst xmlns:a="http://schemas.openxmlformats.org/drawingml/2006/main">
              <a:ext uri="{FF2B5EF4-FFF2-40B4-BE49-F238E27FC236}">
                <a16:creationId xmlns:a16="http://schemas.microsoft.com/office/drawing/2014/main" id="{6B7490FB-4EDA-447C-AAA6-8A588F3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악보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B6004A21-CF8B-4A84-A6EC-345ADF93C6F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원본 업로드와 OMR 초안은 별도 단계입니다</a:t>
            </a:r>
          </a:p>
        </p:txBody>
      </p:sp>
      <p:sp>
        <p:nvSpPr>
          <p:cNvPr id="3" name="slide-14-subtitle">
            <a:extLst xmlns:a="http://schemas.openxmlformats.org/drawingml/2006/main">
              <a:ext uri="{FF2B5EF4-FFF2-40B4-BE49-F238E27FC236}">
                <a16:creationId xmlns:a16="http://schemas.microsoft.com/office/drawing/2014/main" id="{7EF29B18-C51E-46E0-B45D-B339620A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업로드 완료 전 악보는 목록에 보이지 않고, OMR은 기존 매핑을 자동 덮어쓰지 않습니다.</a:t>
            </a:r>
          </a:p>
        </p:txBody>
      </p:sp>
      <p:sp>
        <p:nvSpPr>
          <p:cNvPr id="4" name="slide-14-rule">
            <a:extLst xmlns:a="http://schemas.openxmlformats.org/drawingml/2006/main">
              <a:ext uri="{FF2B5EF4-FFF2-40B4-BE49-F238E27FC236}">
                <a16:creationId xmlns:a16="http://schemas.microsoft.com/office/drawing/2014/main" id="{F84F41BB-6D99-4ED0-99D1-81E3BF91A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97A48AD2-F8E8-4761-9753-17E0A049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scores-frame">
            <a:extLst xmlns:a="http://schemas.openxmlformats.org/drawingml/2006/main">
              <a:ext uri="{FF2B5EF4-FFF2-40B4-BE49-F238E27FC236}">
                <a16:creationId xmlns:a16="http://schemas.microsoft.com/office/drawing/2014/main" id="{5883973C-498A-4DD4-86A8-0A6C2BF0A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5924550" cy="3848100"/>
          </a:xfrm>
          <a:prstGeom xmlns:a="http://schemas.openxmlformats.org/drawingml/2006/main" prst="roundRect">
            <a:avLst>
              <a:gd name="adj" fmla="val 445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Screenshot 14.1" title="악보 화면의 빈 상태와 첫 악보 추가 조작" descr="악보 화면의 빈 상태와 첫 악보 추가 조작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3494d6b1b4ee0"/>
          <a:srcRect xmlns:a="http://schemas.openxmlformats.org/drawingml/2006/main" l="1719" t="0" r="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5886450" cy="3810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score-step-0">
            <a:extLst xmlns:a="http://schemas.openxmlformats.org/drawingml/2006/main">
              <a:ext uri="{FF2B5EF4-FFF2-40B4-BE49-F238E27FC236}">
                <a16:creationId xmlns:a16="http://schemas.microsoft.com/office/drawing/2014/main" id="{7170803E-D48A-48A7-8D58-774DD8D48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0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ore-step-num-0">
            <a:extLst xmlns:a="http://schemas.openxmlformats.org/drawingml/2006/main">
              <a:ext uri="{FF2B5EF4-FFF2-40B4-BE49-F238E27FC236}">
                <a16:creationId xmlns:a16="http://schemas.microsoft.com/office/drawing/2014/main" id="{107BB471-572B-4B88-B462-E4BF128E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7642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score-step-line-0">
            <a:extLst xmlns:a="http://schemas.openxmlformats.org/drawingml/2006/main">
              <a:ext uri="{FF2B5EF4-FFF2-40B4-BE49-F238E27FC236}">
                <a16:creationId xmlns:a16="http://schemas.microsoft.com/office/drawing/2014/main" id="{915ED80F-114E-4D21-BC40-DB4092BFE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812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ore-step-label-0">
            <a:extLst xmlns:a="http://schemas.openxmlformats.org/drawingml/2006/main">
              <a:ext uri="{FF2B5EF4-FFF2-40B4-BE49-F238E27FC236}">
                <a16:creationId xmlns:a16="http://schemas.microsoft.com/office/drawing/2014/main" id="{BA5AED8E-AA54-4DB7-8E98-72ABDD6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파일 선택</a:t>
            </a:r>
          </a:p>
        </p:txBody>
      </p:sp>
      <p:sp>
        <p:nvSpPr>
          <p:cNvPr id="12" name="score-step-body-0">
            <a:extLst xmlns:a="http://schemas.openxmlformats.org/drawingml/2006/main">
              <a:ext uri="{FF2B5EF4-FFF2-40B4-BE49-F238E27FC236}">
                <a16:creationId xmlns:a16="http://schemas.microsoft.com/office/drawing/2014/main" id="{7F8AF1C3-E040-4CBF-9C92-7788202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PDF · 이미지 · MusicXML</a:t>
            </a:r>
          </a:p>
        </p:txBody>
      </p:sp>
      <p:sp>
        <p:nvSpPr>
          <p:cNvPr id="13" name="score-step-1">
            <a:extLst xmlns:a="http://schemas.openxmlformats.org/drawingml/2006/main">
              <a:ext uri="{FF2B5EF4-FFF2-40B4-BE49-F238E27FC236}">
                <a16:creationId xmlns:a16="http://schemas.microsoft.com/office/drawing/2014/main" id="{8C68F4E2-5296-4ABE-A74E-D649BE06E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14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ore-step-num-1">
            <a:extLst xmlns:a="http://schemas.openxmlformats.org/drawingml/2006/main">
              <a:ext uri="{FF2B5EF4-FFF2-40B4-BE49-F238E27FC236}">
                <a16:creationId xmlns:a16="http://schemas.microsoft.com/office/drawing/2014/main" id="{809B6DE0-32A6-48FF-83A1-26D8F18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core-step-line-1">
            <a:extLst xmlns:a="http://schemas.openxmlformats.org/drawingml/2006/main">
              <a:ext uri="{FF2B5EF4-FFF2-40B4-BE49-F238E27FC236}">
                <a16:creationId xmlns:a16="http://schemas.microsoft.com/office/drawing/2014/main" id="{4A31C025-B9E0-4099-828D-C2A72AAE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re-step-label-1">
            <a:extLst xmlns:a="http://schemas.openxmlformats.org/drawingml/2006/main">
              <a:ext uri="{FF2B5EF4-FFF2-40B4-BE49-F238E27FC236}">
                <a16:creationId xmlns:a16="http://schemas.microsoft.com/office/drawing/2014/main" id="{BC8DA64F-9FA1-4088-BF40-573AED8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staging 업로드</a:t>
            </a:r>
          </a:p>
        </p:txBody>
      </p:sp>
      <p:sp>
        <p:nvSpPr>
          <p:cNvPr id="17" name="score-step-body-1">
            <a:extLst xmlns:a="http://schemas.openxmlformats.org/drawingml/2006/main">
              <a:ext uri="{FF2B5EF4-FFF2-40B4-BE49-F238E27FC236}">
                <a16:creationId xmlns:a16="http://schemas.microsoft.com/office/drawing/2014/main" id="{B6DFCA31-3C5C-4799-8C6D-75FC5B89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인증 header 없이 presigned target</a:t>
            </a:r>
          </a:p>
        </p:txBody>
      </p:sp>
      <p:sp>
        <p:nvSpPr>
          <p:cNvPr id="18" name="score-step-2">
            <a:extLst xmlns:a="http://schemas.openxmlformats.org/drawingml/2006/main">
              <a:ext uri="{FF2B5EF4-FFF2-40B4-BE49-F238E27FC236}">
                <a16:creationId xmlns:a16="http://schemas.microsoft.com/office/drawing/2014/main" id="{E0ACA9E7-439A-4A43-A0D7-EE163419F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29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ore-step-num-2">
            <a:extLst xmlns:a="http://schemas.openxmlformats.org/drawingml/2006/main">
              <a:ext uri="{FF2B5EF4-FFF2-40B4-BE49-F238E27FC236}">
                <a16:creationId xmlns:a16="http://schemas.microsoft.com/office/drawing/2014/main" id="{36A5BDF2-4300-47A6-8C5D-DE15706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0522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score-step-line-2">
            <a:extLst xmlns:a="http://schemas.openxmlformats.org/drawingml/2006/main">
              <a:ext uri="{FF2B5EF4-FFF2-40B4-BE49-F238E27FC236}">
                <a16:creationId xmlns:a16="http://schemas.microsoft.com/office/drawing/2014/main" id="{FF2F70B3-03C7-401D-A6C0-2BE496C22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00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ore-step-label-2">
            <a:extLst xmlns:a="http://schemas.openxmlformats.org/drawingml/2006/main">
              <a:ext uri="{FF2B5EF4-FFF2-40B4-BE49-F238E27FC236}">
                <a16:creationId xmlns:a16="http://schemas.microsoft.com/office/drawing/2014/main" id="{94CEFC8D-FE7D-49AE-A195-4A77106E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완료 확정</a:t>
            </a:r>
          </a:p>
        </p:txBody>
      </p:sp>
      <p:sp>
        <p:nvSpPr>
          <p:cNvPr id="22" name="score-step-body-2">
            <a:extLst xmlns:a="http://schemas.openxmlformats.org/drawingml/2006/main">
              <a:ext uri="{FF2B5EF4-FFF2-40B4-BE49-F238E27FC236}">
                <a16:creationId xmlns:a16="http://schemas.microsoft.com/office/drawing/2014/main" id="{7133CC2C-BF7F-4541-83F9-4A155C26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81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final key promote + ready</a:t>
            </a:r>
          </a:p>
        </p:txBody>
      </p:sp>
      <p:sp>
        <p:nvSpPr>
          <p:cNvPr id="23" name="score-step-3">
            <a:extLst xmlns:a="http://schemas.openxmlformats.org/drawingml/2006/main">
              <a:ext uri="{FF2B5EF4-FFF2-40B4-BE49-F238E27FC236}">
                <a16:creationId xmlns:a16="http://schemas.microsoft.com/office/drawing/2014/main" id="{A8C6AEAC-E28F-452F-8BF1-44431F86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43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ore-step-num-3">
            <a:extLst xmlns:a="http://schemas.openxmlformats.org/drawingml/2006/main">
              <a:ext uri="{FF2B5EF4-FFF2-40B4-BE49-F238E27FC236}">
                <a16:creationId xmlns:a16="http://schemas.microsoft.com/office/drawing/2014/main" id="{DB2ACD4A-4D43-40AC-9003-9725DDA6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962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score-step-label-3">
            <a:extLst xmlns:a="http://schemas.openxmlformats.org/drawingml/2006/main">
              <a:ext uri="{FF2B5EF4-FFF2-40B4-BE49-F238E27FC236}">
                <a16:creationId xmlns:a16="http://schemas.microsoft.com/office/drawing/2014/main" id="{BB1477BF-B53E-4952-A3BD-A822F491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95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선택: OMR</a:t>
            </a:r>
          </a:p>
        </p:txBody>
      </p:sp>
      <p:sp>
        <p:nvSpPr>
          <p:cNvPr id="26" name="score-step-body-3">
            <a:extLst xmlns:a="http://schemas.openxmlformats.org/drawingml/2006/main">
              <a:ext uri="{FF2B5EF4-FFF2-40B4-BE49-F238E27FC236}">
                <a16:creationId xmlns:a16="http://schemas.microsoft.com/office/drawing/2014/main" id="{62FA4C96-82A0-4826-BCD1-2EAA9443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95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초안 미리보기 후 명시적 저장</a:t>
            </a:r>
          </a:p>
        </p:txBody>
      </p:sp>
      <p:sp>
        <p:nvSpPr>
          <p:cNvPr id="27" name="omr-warning">
            <a:extLst xmlns:a="http://schemas.openxmlformats.org/drawingml/2006/main">
              <a:ext uri="{FF2B5EF4-FFF2-40B4-BE49-F238E27FC236}">
                <a16:creationId xmlns:a16="http://schemas.microsoft.com/office/drawing/2014/main" id="{6FC3AEC5-969D-4743-9E9A-93FE185F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67350"/>
            <a:ext cx="453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9A5A13"/>
            </a:solidFill>
            <a:prstDash val="solid"/>
          </a:ln>
        </p:spPr>
      </p:sp>
      <p:sp>
        <p:nvSpPr>
          <p:cNvPr id="28" name="omr-warning-copy">
            <a:extLst xmlns:a="http://schemas.openxmlformats.org/drawingml/2006/main">
              <a:ext uri="{FF2B5EF4-FFF2-40B4-BE49-F238E27FC236}">
                <a16:creationId xmlns:a16="http://schemas.microsoft.com/office/drawing/2014/main" id="{A97DEBB9-B360-4641-8BF6-F72FF25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8165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OMR이 꺼진 환경에서는 파일을 직접 매핑하세요.</a:t>
            </a:r>
          </a:p>
        </p:txBody>
      </p:sp>
    </p:spTree>
    <p:extLst>
      <p:ext uri="{BB962C8B-B14F-4D97-AF65-F5344CB8AC3E}">
        <p14:creationId xmlns:p14="http://schemas.microsoft.com/office/powerpoint/2010/main" val="8642816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15-kicker">
            <a:extLst xmlns:a="http://schemas.openxmlformats.org/drawingml/2006/main">
              <a:ext uri="{FF2B5EF4-FFF2-40B4-BE49-F238E27FC236}">
                <a16:creationId xmlns:a16="http://schemas.microsoft.com/office/drawing/2014/main" id="{E42C96F7-DBDE-40A5-A4EA-ACED56D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악보 위 작업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08C94487-8689-4F90-A5F3-D9647A9FB83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마디 위치는 확대율과 무관한 0–1 좌표입니다</a:t>
            </a:r>
          </a:p>
        </p:txBody>
      </p:sp>
      <p:sp>
        <p:nvSpPr>
          <p:cNvPr id="3" name="slide-15-subtitle">
            <a:extLst xmlns:a="http://schemas.openxmlformats.org/drawingml/2006/main">
              <a:ext uri="{FF2B5EF4-FFF2-40B4-BE49-F238E27FC236}">
                <a16:creationId xmlns:a16="http://schemas.microsoft.com/office/drawing/2014/main" id="{AFC41D2C-5ED5-4FBC-B47B-3E502B4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파트를 바꿔도 canonical 마디를 유지하고, page 주석은 만든 악보에만 남습니다.</a:t>
            </a:r>
          </a:p>
        </p:txBody>
      </p:sp>
      <p:sp>
        <p:nvSpPr>
          <p:cNvPr id="4" name="slide-15-rule">
            <a:extLst xmlns:a="http://schemas.openxmlformats.org/drawingml/2006/main">
              <a:ext uri="{FF2B5EF4-FFF2-40B4-BE49-F238E27FC236}">
                <a16:creationId xmlns:a16="http://schemas.microsoft.com/office/drawing/2014/main" id="{7AD34F7F-0781-4A20-8AEB-8B6307043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5-number">
            <a:extLst xmlns:a="http://schemas.openxmlformats.org/drawingml/2006/main">
              <a:ext uri="{FF2B5EF4-FFF2-40B4-BE49-F238E27FC236}">
                <a16:creationId xmlns:a16="http://schemas.microsoft.com/office/drawing/2014/main" id="{87114317-CFF9-4BCC-8C66-4250DCB4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score-page">
            <a:extLst xmlns:a="http://schemas.openxmlformats.org/drawingml/2006/main">
              <a:ext uri="{FF2B5EF4-FFF2-40B4-BE49-F238E27FC236}">
                <a16:creationId xmlns:a16="http://schemas.microsoft.com/office/drawing/2014/main" id="{A7E494C9-FD9B-4513-A6C9-8DBC833B5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aff-0-1">
            <a:extLst xmlns:a="http://schemas.openxmlformats.org/drawingml/2006/main">
              <a:ext uri="{FF2B5EF4-FFF2-40B4-BE49-F238E27FC236}">
                <a16:creationId xmlns:a16="http://schemas.microsoft.com/office/drawing/2014/main" id="{89C6F874-D512-4908-A50E-0152E9364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ff-0-2">
            <a:extLst xmlns:a="http://schemas.openxmlformats.org/drawingml/2006/main">
              <a:ext uri="{FF2B5EF4-FFF2-40B4-BE49-F238E27FC236}">
                <a16:creationId xmlns:a16="http://schemas.microsoft.com/office/drawing/2014/main" id="{9B35414E-C213-4B52-BF05-118070DB3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ff-0-3">
            <a:extLst xmlns:a="http://schemas.openxmlformats.org/drawingml/2006/main">
              <a:ext uri="{FF2B5EF4-FFF2-40B4-BE49-F238E27FC236}">
                <a16:creationId xmlns:a16="http://schemas.microsoft.com/office/drawing/2014/main" id="{DB167A54-78B2-4DC0-AC10-0E074253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ff-1-1">
            <a:extLst xmlns:a="http://schemas.openxmlformats.org/drawingml/2006/main">
              <a:ext uri="{FF2B5EF4-FFF2-40B4-BE49-F238E27FC236}">
                <a16:creationId xmlns:a16="http://schemas.microsoft.com/office/drawing/2014/main" id="{2E6A9A01-37A8-40F6-A4A5-37B0693B2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ff-1-2">
            <a:extLst xmlns:a="http://schemas.openxmlformats.org/drawingml/2006/main">
              <a:ext uri="{FF2B5EF4-FFF2-40B4-BE49-F238E27FC236}">
                <a16:creationId xmlns:a16="http://schemas.microsoft.com/office/drawing/2014/main" id="{2D1AAA84-BEB7-4CB3-A7CB-BE796BC1D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ff-1-3">
            <a:extLst xmlns:a="http://schemas.openxmlformats.org/drawingml/2006/main">
              <a:ext uri="{FF2B5EF4-FFF2-40B4-BE49-F238E27FC236}">
                <a16:creationId xmlns:a16="http://schemas.microsoft.com/office/drawing/2014/main" id="{0E134379-FB4C-4E18-A8DB-BFDC1379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ff-2-1">
            <a:extLst xmlns:a="http://schemas.openxmlformats.org/drawingml/2006/main">
              <a:ext uri="{FF2B5EF4-FFF2-40B4-BE49-F238E27FC236}">
                <a16:creationId xmlns:a16="http://schemas.microsoft.com/office/drawing/2014/main" id="{D5B83668-EED5-433C-AD02-F2ECC70FA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ff-2-2">
            <a:extLst xmlns:a="http://schemas.openxmlformats.org/drawingml/2006/main">
              <a:ext uri="{FF2B5EF4-FFF2-40B4-BE49-F238E27FC236}">
                <a16:creationId xmlns:a16="http://schemas.microsoft.com/office/drawing/2014/main" id="{B9ED42D6-3FC4-477A-A66F-40148F0DC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ff-2-3">
            <a:extLst xmlns:a="http://schemas.openxmlformats.org/drawingml/2006/main">
              <a:ext uri="{FF2B5EF4-FFF2-40B4-BE49-F238E27FC236}">
                <a16:creationId xmlns:a16="http://schemas.microsoft.com/office/drawing/2014/main" id="{0B798905-C4C0-49AA-B0A1-5E2BA92BD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ff-3-1">
            <a:extLst xmlns:a="http://schemas.openxmlformats.org/drawingml/2006/main">
              <a:ext uri="{FF2B5EF4-FFF2-40B4-BE49-F238E27FC236}">
                <a16:creationId xmlns:a16="http://schemas.microsoft.com/office/drawing/2014/main" id="{7012E0FF-6F88-4033-9849-C6469B72F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ff-3-2">
            <a:extLst xmlns:a="http://schemas.openxmlformats.org/drawingml/2006/main">
              <a:ext uri="{FF2B5EF4-FFF2-40B4-BE49-F238E27FC236}">
                <a16:creationId xmlns:a16="http://schemas.microsoft.com/office/drawing/2014/main" id="{F4EADF9E-39F0-40BD-A5FE-BCA0EA75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ff-3-3">
            <a:extLst xmlns:a="http://schemas.openxmlformats.org/drawingml/2006/main">
              <a:ext uri="{FF2B5EF4-FFF2-40B4-BE49-F238E27FC236}">
                <a16:creationId xmlns:a16="http://schemas.microsoft.com/office/drawing/2014/main" id="{499F8884-A8F9-4A50-BBB0-F877E489D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asure-highlight">
            <a:extLst xmlns:a="http://schemas.openxmlformats.org/drawingml/2006/main">
              <a:ext uri="{FF2B5EF4-FFF2-40B4-BE49-F238E27FC236}">
                <a16:creationId xmlns:a16="http://schemas.microsoft.com/office/drawing/2014/main" id="{8E3A779E-61FA-44FB-8089-85512D1B5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4097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9525">
            <a:solidFill>
              <a:srgbClr val="916C24"/>
            </a:solidFill>
            <a:prstDash val="solid"/>
          </a:ln>
        </p:spPr>
      </p:sp>
      <p:sp>
        <p:nvSpPr>
          <p:cNvPr id="20" name="measure-label">
            <a:extLst xmlns:a="http://schemas.openxmlformats.org/drawingml/2006/main">
              <a:ext uri="{FF2B5EF4-FFF2-40B4-BE49-F238E27FC236}">
                <a16:creationId xmlns:a16="http://schemas.microsoft.com/office/drawing/2014/main" id="{A16A4775-1486-4659-9A97-90AAE9BA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526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마디 26</a:t>
            </a:r>
          </a:p>
        </p:txBody>
      </p:sp>
      <p:sp>
        <p:nvSpPr>
          <p:cNvPr id="21" name="x-axis">
            <a:extLst xmlns:a="http://schemas.openxmlformats.org/drawingml/2006/main">
              <a:ext uri="{FF2B5EF4-FFF2-40B4-BE49-F238E27FC236}">
                <a16:creationId xmlns:a16="http://schemas.microsoft.com/office/drawing/2014/main" id="{1795DF46-7720-40D5-89AB-2DFC63A7C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565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y-axis">
            <a:extLst xmlns:a="http://schemas.openxmlformats.org/drawingml/2006/main">
              <a:ext uri="{FF2B5EF4-FFF2-40B4-BE49-F238E27FC236}">
                <a16:creationId xmlns:a16="http://schemas.microsoft.com/office/drawing/2014/main" id="{594AE9C2-44AA-4E34-8965-C8A6F8E87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9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x-zero">
            <a:extLst xmlns:a="http://schemas.openxmlformats.org/drawingml/2006/main">
              <a:ext uri="{FF2B5EF4-FFF2-40B4-BE49-F238E27FC236}">
                <a16:creationId xmlns:a16="http://schemas.microsoft.com/office/drawing/2014/main" id="{1EE243BF-0132-404F-A129-CFA665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514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x 0</a:t>
            </a:r>
          </a:p>
        </p:txBody>
      </p:sp>
      <p:sp>
        <p:nvSpPr>
          <p:cNvPr id="24" name="x-one">
            <a:extLst xmlns:a="http://schemas.openxmlformats.org/drawingml/2006/main">
              <a:ext uri="{FF2B5EF4-FFF2-40B4-BE49-F238E27FC236}">
                <a16:creationId xmlns:a16="http://schemas.microsoft.com/office/drawing/2014/main" id="{AF473991-C757-416C-8B8D-DC890A4F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43600"/>
            <a:ext cx="19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5" name="y-zero">
            <a:extLst xmlns:a="http://schemas.openxmlformats.org/drawingml/2006/main">
              <a:ext uri="{FF2B5EF4-FFF2-40B4-BE49-F238E27FC236}">
                <a16:creationId xmlns:a16="http://schemas.microsoft.com/office/drawing/2014/main" id="{D055C8F5-6C9C-4CB6-BFAE-C1ECBC89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52600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y 0</a:t>
            </a:r>
          </a:p>
        </p:txBody>
      </p:sp>
      <p:sp>
        <p:nvSpPr>
          <p:cNvPr id="26" name="y-one">
            <a:extLst xmlns:a="http://schemas.openxmlformats.org/drawingml/2006/main">
              <a:ext uri="{FF2B5EF4-FFF2-40B4-BE49-F238E27FC236}">
                <a16:creationId xmlns:a16="http://schemas.microsoft.com/office/drawing/2014/main" id="{3A9B0550-5EEB-4867-B98D-B4380478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619750"/>
            <a:ext cx="19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7" name="mapping-panel">
            <a:extLst xmlns:a="http://schemas.openxmlformats.org/drawingml/2006/main">
              <a:ext uri="{FF2B5EF4-FFF2-40B4-BE49-F238E27FC236}">
                <a16:creationId xmlns:a16="http://schemas.microsoft.com/office/drawing/2014/main" id="{55D54724-4246-4B8A-99F8-6E6FBD62D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40957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mapping-label">
            <a:extLst xmlns:a="http://schemas.openxmlformats.org/drawingml/2006/main">
              <a:ext uri="{FF2B5EF4-FFF2-40B4-BE49-F238E27FC236}">
                <a16:creationId xmlns:a16="http://schemas.microsoft.com/office/drawing/2014/main" id="{8C713800-296F-490C-BAE3-F229F644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마디 매핑</a:t>
            </a:r>
          </a:p>
        </p:txBody>
      </p:sp>
      <p:sp>
        <p:nvSpPr>
          <p:cNvPr id="29" name="mapping-body">
            <a:extLst xmlns:a="http://schemas.openxmlformats.org/drawingml/2006/main">
              <a:ext uri="{FF2B5EF4-FFF2-40B4-BE49-F238E27FC236}">
                <a16:creationId xmlns:a16="http://schemas.microsoft.com/office/drawing/2014/main" id="{13F63D61-3BE9-4AB8-BAFA-6EC7A3C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단을 드래그하고 경계를 찍습니다.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stylus는 현재 pointerId만 capture합니다.</a:t>
            </a:r>
          </a:p>
        </p:txBody>
      </p:sp>
      <p:sp>
        <p:nvSpPr>
          <p:cNvPr id="30" name="part-switch-panel">
            <a:extLst xmlns:a="http://schemas.openxmlformats.org/drawingml/2006/main">
              <a:ext uri="{FF2B5EF4-FFF2-40B4-BE49-F238E27FC236}">
                <a16:creationId xmlns:a16="http://schemas.microsoft.com/office/drawing/2014/main" id="{789D48D9-225C-4789-9F83-B29F084A2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40957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part-switch-label">
            <a:extLst xmlns:a="http://schemas.openxmlformats.org/drawingml/2006/main">
              <a:ext uri="{FF2B5EF4-FFF2-40B4-BE49-F238E27FC236}">
                <a16:creationId xmlns:a16="http://schemas.microsoft.com/office/drawing/2014/main" id="{B44E42E9-D065-4D20-B35B-10A7186F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파트 전환</a:t>
            </a:r>
          </a:p>
        </p:txBody>
      </p:sp>
      <p:sp>
        <p:nvSpPr>
          <p:cNvPr id="32" name="part-switch-body">
            <a:extLst xmlns:a="http://schemas.openxmlformats.org/drawingml/2006/main">
              <a:ext uri="{FF2B5EF4-FFF2-40B4-BE49-F238E27FC236}">
                <a16:creationId xmlns:a16="http://schemas.microsoft.com/office/drawing/2014/main" id="{A809CDD9-11F8-4AA8-8343-E5CFB95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파트 전환 후에도 같은 마디입니다.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화살표·Home·End로 이동합니다.</a:t>
            </a:r>
          </a:p>
        </p:txBody>
      </p:sp>
      <p:sp>
        <p:nvSpPr>
          <p:cNvPr id="33" name="annotations-panel">
            <a:extLst xmlns:a="http://schemas.openxmlformats.org/drawingml/2006/main">
              <a:ext uri="{FF2B5EF4-FFF2-40B4-BE49-F238E27FC236}">
                <a16:creationId xmlns:a16="http://schemas.microsoft.com/office/drawing/2014/main" id="{9460C369-DF77-4775-B43B-72FCC9818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40957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annotations-label">
            <a:extLst xmlns:a="http://schemas.openxmlformats.org/drawingml/2006/main">
              <a:ext uri="{FF2B5EF4-FFF2-40B4-BE49-F238E27FC236}">
                <a16:creationId xmlns:a16="http://schemas.microsoft.com/office/drawing/2014/main" id="{987AD671-8577-481A-A609-A63C2541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주석</a:t>
            </a:r>
          </a:p>
        </p:txBody>
      </p:sp>
      <p:sp>
        <p:nvSpPr>
          <p:cNvPr id="35" name="annotations-body">
            <a:extLst xmlns:a="http://schemas.openxmlformats.org/drawingml/2006/main">
              <a:ext uri="{FF2B5EF4-FFF2-40B4-BE49-F238E27FC236}">
                <a16:creationId xmlns:a16="http://schemas.microsoft.com/office/drawing/2014/main" id="{D533B87B-E66E-443E-ADBA-AF27109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768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마디 anchor는 다른 파트에 재투영합니다.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page anchor는 만든 score/page에만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727553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16-kicker">
            <a:extLst xmlns:a="http://schemas.openxmlformats.org/drawingml/2006/main">
              <a:ext uri="{FF2B5EF4-FFF2-40B4-BE49-F238E27FC236}">
                <a16:creationId xmlns:a16="http://schemas.microsoft.com/office/drawing/2014/main" id="{45CA5D74-CB39-484D-8540-B6C5F55A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37D24B4C-2415-49EC-93F2-1457718C18C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연습일지와 할일을 마디에 연결하세요</a:t>
            </a:r>
          </a:p>
        </p:txBody>
      </p:sp>
      <p:sp>
        <p:nvSpPr>
          <p:cNvPr id="3" name="slide-16-subtitle">
            <a:extLst xmlns:a="http://schemas.openxmlformats.org/drawingml/2006/main">
              <a:ext uri="{FF2B5EF4-FFF2-40B4-BE49-F238E27FC236}">
                <a16:creationId xmlns:a16="http://schemas.microsoft.com/office/drawing/2014/main" id="{781E66D8-AC5A-427E-BE07-90F572FE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‘무엇을 했나’보다 ‘다음에 어디서 시작하나’가 남도록 기록합니다.</a:t>
            </a:r>
          </a:p>
        </p:txBody>
      </p:sp>
      <p:sp>
        <p:nvSpPr>
          <p:cNvPr id="4" name="slide-16-rule">
            <a:extLst xmlns:a="http://schemas.openxmlformats.org/drawingml/2006/main">
              <a:ext uri="{FF2B5EF4-FFF2-40B4-BE49-F238E27FC236}">
                <a16:creationId xmlns:a16="http://schemas.microsoft.com/office/drawing/2014/main" id="{42D97068-EF19-444C-A31A-404269992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6-number">
            <a:extLst xmlns:a="http://schemas.openxmlformats.org/drawingml/2006/main">
              <a:ext uri="{FF2B5EF4-FFF2-40B4-BE49-F238E27FC236}">
                <a16:creationId xmlns:a16="http://schemas.microsoft.com/office/drawing/2014/main" id="{85CA24A5-82CB-4AB6-AB4A-1187B1D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practice-frame">
            <a:extLst xmlns:a="http://schemas.openxmlformats.org/drawingml/2006/main">
              <a:ext uri="{FF2B5EF4-FFF2-40B4-BE49-F238E27FC236}">
                <a16:creationId xmlns:a16="http://schemas.microsoft.com/office/drawing/2014/main" id="{DF00F8E3-F2FB-41BF-BABF-C80D8258D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00075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Screenshot 16.1" title="연습일지 화면에서 기록과 할일을 추가하는 조작" descr="연습일지 화면에서 기록과 할일을 추가하는 조작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8f7bd3f454f33"/>
          <a:srcRect xmlns:a="http://schemas.openxmlformats.org/drawingml/2006/main" l="2748" t="0" r="2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5962650" cy="3943350"/>
          </a:xfrm>
          <a:prstGeom xmlns:a="http://schemas.openxmlformats.org/drawingml/2006/main" prst="roundRect">
            <a:avLst>
              <a:gd name="adj" fmla="val 3865"/>
            </a:avLst>
          </a:prstGeom>
        </p:spPr>
      </p:pic>
      <p:sp>
        <p:nvSpPr>
          <p:cNvPr id="8" name="practice-step-0-bg">
            <a:extLst xmlns:a="http://schemas.openxmlformats.org/drawingml/2006/main">
              <a:ext uri="{FF2B5EF4-FFF2-40B4-BE49-F238E27FC236}">
                <a16:creationId xmlns:a16="http://schemas.microsoft.com/office/drawing/2014/main" id="{991AE39D-CCCE-4BC3-BA7C-844A680E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52600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actice-step-0-label">
            <a:extLst xmlns:a="http://schemas.openxmlformats.org/drawingml/2006/main">
              <a:ext uri="{FF2B5EF4-FFF2-40B4-BE49-F238E27FC236}">
                <a16:creationId xmlns:a16="http://schemas.microsoft.com/office/drawing/2014/main" id="{C56989A6-B619-4822-85AF-FFACFB4A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19275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practice-label-0">
            <a:extLst xmlns:a="http://schemas.openxmlformats.org/drawingml/2006/main">
              <a:ext uri="{FF2B5EF4-FFF2-40B4-BE49-F238E27FC236}">
                <a16:creationId xmlns:a16="http://schemas.microsoft.com/office/drawing/2014/main" id="{2FFEEF50-745A-4A3C-A6D3-2AFB63DC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연습</a:t>
            </a:r>
          </a:p>
        </p:txBody>
      </p:sp>
      <p:sp>
        <p:nvSpPr>
          <p:cNvPr id="11" name="practice-body-0">
            <a:extLst xmlns:a="http://schemas.openxmlformats.org/drawingml/2006/main">
              <a:ext uri="{FF2B5EF4-FFF2-40B4-BE49-F238E27FC236}">
                <a16:creationId xmlns:a16="http://schemas.microsoft.com/office/drawing/2014/main" id="{FDAAFFD2-EE0C-48C9-B835-65CB0F61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메트로놈·악보에서 문제 구간 확인</a:t>
            </a:r>
          </a:p>
        </p:txBody>
      </p:sp>
      <p:sp>
        <p:nvSpPr>
          <p:cNvPr id="12" name="practice-step-1-bg">
            <a:extLst xmlns:a="http://schemas.openxmlformats.org/drawingml/2006/main">
              <a:ext uri="{FF2B5EF4-FFF2-40B4-BE49-F238E27FC236}">
                <a16:creationId xmlns:a16="http://schemas.microsoft.com/office/drawing/2014/main" id="{0FE5E82C-B640-4DFB-BF3A-1EBB0FA92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step-1-label">
            <a:extLst xmlns:a="http://schemas.openxmlformats.org/drawingml/2006/main">
              <a:ext uri="{FF2B5EF4-FFF2-40B4-BE49-F238E27FC236}">
                <a16:creationId xmlns:a16="http://schemas.microsoft.com/office/drawing/2014/main" id="{968F092E-7302-4170-91C0-1F7DAAB1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09875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practice-label-1">
            <a:extLst xmlns:a="http://schemas.openxmlformats.org/drawingml/2006/main">
              <a:ext uri="{FF2B5EF4-FFF2-40B4-BE49-F238E27FC236}">
                <a16:creationId xmlns:a16="http://schemas.microsoft.com/office/drawing/2014/main" id="{1A21396F-FD18-461F-97E8-01F884A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15" name="practice-body-1">
            <a:extLst xmlns:a="http://schemas.openxmlformats.org/drawingml/2006/main">
              <a:ext uri="{FF2B5EF4-FFF2-40B4-BE49-F238E27FC236}">
                <a16:creationId xmlns:a16="http://schemas.microsoft.com/office/drawing/2014/main" id="{2CFB173F-ACA9-4299-B48D-DC8EF267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Markdown 메모와 선택적 마디 anchor</a:t>
            </a:r>
          </a:p>
        </p:txBody>
      </p:sp>
      <p:sp>
        <p:nvSpPr>
          <p:cNvPr id="16" name="practice-step-2-bg">
            <a:extLst xmlns:a="http://schemas.openxmlformats.org/drawingml/2006/main">
              <a:ext uri="{FF2B5EF4-FFF2-40B4-BE49-F238E27FC236}">
                <a16:creationId xmlns:a16="http://schemas.microsoft.com/office/drawing/2014/main" id="{6379A5CF-B313-4362-B246-E0D7221C8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33800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actice-step-2-label">
            <a:extLst xmlns:a="http://schemas.openxmlformats.org/drawingml/2006/main">
              <a:ext uri="{FF2B5EF4-FFF2-40B4-BE49-F238E27FC236}">
                <a16:creationId xmlns:a16="http://schemas.microsoft.com/office/drawing/2014/main" id="{1EC88858-893E-44E3-ADCD-E1CA871B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00475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practice-label-2">
            <a:extLst xmlns:a="http://schemas.openxmlformats.org/drawingml/2006/main">
              <a:ext uri="{FF2B5EF4-FFF2-40B4-BE49-F238E27FC236}">
                <a16:creationId xmlns:a16="http://schemas.microsoft.com/office/drawing/2014/main" id="{48D108A1-A9FF-4C3D-B309-E3AA638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할일</a:t>
            </a:r>
          </a:p>
        </p:txBody>
      </p:sp>
      <p:sp>
        <p:nvSpPr>
          <p:cNvPr id="19" name="practice-body-2">
            <a:extLst xmlns:a="http://schemas.openxmlformats.org/drawingml/2006/main">
              <a:ext uri="{FF2B5EF4-FFF2-40B4-BE49-F238E27FC236}">
                <a16:creationId xmlns:a16="http://schemas.microsoft.com/office/drawing/2014/main" id="{25B33B04-3002-4EAD-8B16-DED3B5E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담당자·기한·완료 상태 지정</a:t>
            </a:r>
          </a:p>
        </p:txBody>
      </p:sp>
      <p:sp>
        <p:nvSpPr>
          <p:cNvPr id="20" name="practice-step-3-bg">
            <a:extLst xmlns:a="http://schemas.openxmlformats.org/drawingml/2006/main">
              <a:ext uri="{FF2B5EF4-FFF2-40B4-BE49-F238E27FC236}">
                <a16:creationId xmlns:a16="http://schemas.microsoft.com/office/drawing/2014/main" id="{97C5DD1F-EF52-4AA4-A12B-0351752A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actice-step-3-label">
            <a:extLst xmlns:a="http://schemas.openxmlformats.org/drawingml/2006/main">
              <a:ext uri="{FF2B5EF4-FFF2-40B4-BE49-F238E27FC236}">
                <a16:creationId xmlns:a16="http://schemas.microsoft.com/office/drawing/2014/main" id="{1E7A7AEA-1766-4195-A672-5945ED19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practice-label-3">
            <a:extLst xmlns:a="http://schemas.openxmlformats.org/drawingml/2006/main">
              <a:ext uri="{FF2B5EF4-FFF2-40B4-BE49-F238E27FC236}">
                <a16:creationId xmlns:a16="http://schemas.microsoft.com/office/drawing/2014/main" id="{33B2DA93-1CE5-4B03-BA21-BFBACCA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재진입</a:t>
            </a:r>
          </a:p>
        </p:txBody>
      </p:sp>
      <p:sp>
        <p:nvSpPr>
          <p:cNvPr id="23" name="practice-body-3">
            <a:extLst xmlns:a="http://schemas.openxmlformats.org/drawingml/2006/main">
              <a:ext uri="{FF2B5EF4-FFF2-40B4-BE49-F238E27FC236}">
                <a16:creationId xmlns:a16="http://schemas.microsoft.com/office/drawing/2014/main" id="{1C5B759E-C6B0-4F5D-9ABB-ED542097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anchor로 악보/메트로놈 해당 마디 열기</a:t>
            </a:r>
          </a:p>
        </p:txBody>
      </p:sp>
      <p:sp>
        <p:nvSpPr>
          <p:cNvPr id="24" name="practice-summary">
            <a:extLst xmlns:a="http://schemas.openxmlformats.org/drawingml/2006/main">
              <a:ext uri="{FF2B5EF4-FFF2-40B4-BE49-F238E27FC236}">
                <a16:creationId xmlns:a16="http://schemas.microsoft.com/office/drawing/2014/main" id="{1B823D3F-4EF6-4369-AB27-8F49893CC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53100"/>
            <a:ext cx="4343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actice-summary-copy">
            <a:extLst xmlns:a="http://schemas.openxmlformats.org/drawingml/2006/main">
              <a:ext uri="{FF2B5EF4-FFF2-40B4-BE49-F238E27FC236}">
                <a16:creationId xmlns:a16="http://schemas.microsoft.com/office/drawing/2014/main" id="{AEE688CC-B38E-4EF8-85EE-131BBFF2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867400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마디 anchor가 다음 연습의 시작점을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21440752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17-kicker">
            <a:extLst xmlns:a="http://schemas.openxmlformats.org/drawingml/2006/main">
              <a:ext uri="{FF2B5EF4-FFF2-40B4-BE49-F238E27FC236}">
                <a16:creationId xmlns:a16="http://schemas.microsoft.com/office/drawing/2014/main" id="{179493BB-CFA7-44D2-86BD-62D747E8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환경 설정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E5A742E5-8041-4747-B767-46BDB03DD205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테마와 접근성은 같은 기능 위계를 유지합니다</a:t>
            </a:r>
          </a:p>
        </p:txBody>
      </p:sp>
      <p:sp>
        <p:nvSpPr>
          <p:cNvPr id="3" name="slide-17-subtitle">
            <a:extLst xmlns:a="http://schemas.openxmlformats.org/drawingml/2006/main">
              <a:ext uri="{FF2B5EF4-FFF2-40B4-BE49-F238E27FC236}">
                <a16:creationId xmlns:a16="http://schemas.microsoft.com/office/drawing/2014/main" id="{EF554A36-2736-4669-BB71-B149A9C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화면이 작아지거나 밝아져도 중요한 상태와 조작이 사라지지 않습니다.</a:t>
            </a:r>
          </a:p>
        </p:txBody>
      </p:sp>
      <p:sp>
        <p:nvSpPr>
          <p:cNvPr id="4" name="slide-17-rule">
            <a:extLst xmlns:a="http://schemas.openxmlformats.org/drawingml/2006/main">
              <a:ext uri="{FF2B5EF4-FFF2-40B4-BE49-F238E27FC236}">
                <a16:creationId xmlns:a16="http://schemas.microsoft.com/office/drawing/2014/main" id="{EE175106-7C3E-4FFF-A49A-5C9AB9DF5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7-number">
            <a:extLst xmlns:a="http://schemas.openxmlformats.org/drawingml/2006/main">
              <a:ext uri="{FF2B5EF4-FFF2-40B4-BE49-F238E27FC236}">
                <a16:creationId xmlns:a16="http://schemas.microsoft.com/office/drawing/2014/main" id="{E11335AB-F4F9-4A0C-A3BA-1BC2AA5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settings-light-frame">
            <a:extLst xmlns:a="http://schemas.openxmlformats.org/drawingml/2006/main">
              <a:ext uri="{FF2B5EF4-FFF2-40B4-BE49-F238E27FC236}">
                <a16:creationId xmlns:a16="http://schemas.microsoft.com/office/drawing/2014/main" id="{A2CF362F-9B46-470F-8E27-E25301D15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2743200" cy="466725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Screenshot 17.1" title="라이트 테마 모바일 설정 화면에서 테마, 볼륨과 예비박을 바꾸는 조작" descr="라이트 테마 모바일 설정 화면에서 테마, 볼륨과 예비박을 바꾸는 조작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7cced30a04206"/>
          <a:stretch xmlns:a="http://schemas.openxmlformats.org/drawingml/2006/main"/>
        </p:blipFill>
        <p:spPr>
          <a:xfrm xmlns:a="http://schemas.openxmlformats.org/drawingml/2006/main">
            <a:off x="930719" y="1581150"/>
            <a:ext cx="2139062" cy="4629150"/>
          </a:xfrm>
          <a:prstGeom xmlns:a="http://schemas.openxmlformats.org/drawingml/2006/main" prst="roundRect">
            <a:avLst>
              <a:gd name="adj" fmla="val 6338"/>
            </a:avLst>
          </a:prstGeom>
        </p:spPr>
      </p:pic>
      <p:sp>
        <p:nvSpPr>
          <p:cNvPr id="8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CAC49CDE-9597-40B0-ACFC-C29BE9C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52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검증된 대비</a:t>
            </a:r>
          </a:p>
        </p:txBody>
      </p:sp>
      <p:sp>
        <p:nvSpPr>
          <p:cNvPr id="9" name="contrast-stat-0">
            <a:extLst xmlns:a="http://schemas.openxmlformats.org/drawingml/2006/main">
              <a:ext uri="{FF2B5EF4-FFF2-40B4-BE49-F238E27FC236}">
                <a16:creationId xmlns:a16="http://schemas.microsoft.com/office/drawing/2014/main" id="{E26EF15E-6408-4DF6-B134-12FAC95E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479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4.5:1+</a:t>
            </a:r>
          </a:p>
        </p:txBody>
      </p:sp>
      <p:sp>
        <p:nvSpPr>
          <p:cNvPr id="10" name="contrast-label-0">
            <a:extLst xmlns:a="http://schemas.openxmlformats.org/drawingml/2006/main">
              <a:ext uri="{FF2B5EF4-FFF2-40B4-BE49-F238E27FC236}">
                <a16:creationId xmlns:a16="http://schemas.microsoft.com/office/drawing/2014/main" id="{79E17BF0-603C-47CB-A6F6-AE0768E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일반 크기 text token</a:t>
            </a:r>
          </a:p>
        </p:txBody>
      </p:sp>
      <p:sp>
        <p:nvSpPr>
          <p:cNvPr id="11" name="contrast-rule-0">
            <a:extLst xmlns:a="http://schemas.openxmlformats.org/drawingml/2006/main">
              <a:ext uri="{FF2B5EF4-FFF2-40B4-BE49-F238E27FC236}">
                <a16:creationId xmlns:a16="http://schemas.microsoft.com/office/drawing/2014/main" id="{B5F88234-D528-4AE4-AAB4-A2607DA36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03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rast-stat-1">
            <a:extLst xmlns:a="http://schemas.openxmlformats.org/drawingml/2006/main">
              <a:ext uri="{FF2B5EF4-FFF2-40B4-BE49-F238E27FC236}">
                <a16:creationId xmlns:a16="http://schemas.microsoft.com/office/drawing/2014/main" id="{53147EAC-37BF-4286-A908-98BE68E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3:1+</a:t>
            </a:r>
          </a:p>
        </p:txBody>
      </p:sp>
      <p:sp>
        <p:nvSpPr>
          <p:cNvPr id="13" name="contrast-label-1">
            <a:extLst xmlns:a="http://schemas.openxmlformats.org/drawingml/2006/main">
              <a:ext uri="{FF2B5EF4-FFF2-40B4-BE49-F238E27FC236}">
                <a16:creationId xmlns:a16="http://schemas.microsoft.com/office/drawing/2014/main" id="{F743BF2D-954B-4800-AD69-CB35243B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입력·보조 버튼·박 윤곽</a:t>
            </a:r>
          </a:p>
        </p:txBody>
      </p:sp>
      <p:sp>
        <p:nvSpPr>
          <p:cNvPr id="14" name="contrast-rule-1">
            <a:extLst xmlns:a="http://schemas.openxmlformats.org/drawingml/2006/main">
              <a:ext uri="{FF2B5EF4-FFF2-40B4-BE49-F238E27FC236}">
                <a16:creationId xmlns:a16="http://schemas.microsoft.com/office/drawing/2014/main" id="{E158D440-8CE4-47B9-A042-40934FC5C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rast-stat-2">
            <a:extLst xmlns:a="http://schemas.openxmlformats.org/drawingml/2006/main">
              <a:ext uri="{FF2B5EF4-FFF2-40B4-BE49-F238E27FC236}">
                <a16:creationId xmlns:a16="http://schemas.microsoft.com/office/drawing/2014/main" id="{9BBA2F73-5679-49AC-B3E0-6BCCCAF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rPr>
              <a:t>44px</a:t>
            </a:r>
          </a:p>
        </p:txBody>
      </p:sp>
      <p:sp>
        <p:nvSpPr>
          <p:cNvPr id="16" name="contrast-label-2">
            <a:extLst xmlns:a="http://schemas.openxmlformats.org/drawingml/2006/main">
              <a:ext uri="{FF2B5EF4-FFF2-40B4-BE49-F238E27FC236}">
                <a16:creationId xmlns:a16="http://schemas.microsoft.com/office/drawing/2014/main" id="{0594BE77-AE01-4479-B4B0-B2D3BDD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기본 터치 타깃</a:t>
            </a:r>
          </a:p>
        </p:txBody>
      </p:sp>
      <p:sp>
        <p:nvSpPr>
          <p:cNvPr id="17" name="contrast-rule-2">
            <a:extLst xmlns:a="http://schemas.openxmlformats.org/drawingml/2006/main">
              <a:ext uri="{FF2B5EF4-FFF2-40B4-BE49-F238E27FC236}">
                <a16:creationId xmlns:a16="http://schemas.microsoft.com/office/drawing/2014/main" id="{33E1BD24-2AE7-4D9A-9ECE-35DE01EC1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767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ast-stat-3">
            <a:extLst xmlns:a="http://schemas.openxmlformats.org/drawingml/2006/main">
              <a:ext uri="{FF2B5EF4-FFF2-40B4-BE49-F238E27FC236}">
                <a16:creationId xmlns:a16="http://schemas.microsoft.com/office/drawing/2014/main" id="{C45842E9-FD54-4D53-AD15-3B81DCA9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625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326FA7"/>
                </a:solidFill>
                <a:latin typeface="Apple SD Gothic Neo"/>
                <a:ea typeface="Apple SD Gothic Neo"/>
                <a:cs typeface="Apple SD Gothic Neo"/>
              </a:rPr>
              <a:t>48px</a:t>
            </a:r>
          </a:p>
        </p:txBody>
      </p:sp>
      <p:sp>
        <p:nvSpPr>
          <p:cNvPr id="19" name="contrast-label-3">
            <a:extLst xmlns:a="http://schemas.openxmlformats.org/drawingml/2006/main">
              <a:ext uri="{FF2B5EF4-FFF2-40B4-BE49-F238E27FC236}">
                <a16:creationId xmlns:a16="http://schemas.microsoft.com/office/drawing/2014/main" id="{6055F8E6-D4BF-47C8-8685-BDB3FAE9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38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coarse pointer 타깃</a:t>
            </a:r>
          </a:p>
        </p:txBody>
      </p:sp>
      <p:sp>
        <p:nvSpPr>
          <p:cNvPr id="20" name="contrast-rule-3">
            <a:extLst xmlns:a="http://schemas.openxmlformats.org/drawingml/2006/main">
              <a:ext uri="{FF2B5EF4-FFF2-40B4-BE49-F238E27FC236}">
                <a16:creationId xmlns:a16="http://schemas.microsoft.com/office/drawing/2014/main" id="{C0E2F421-36B8-4CFF-BC79-3A0CC1B47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149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sponsive-check-panel">
            <a:extLst xmlns:a="http://schemas.openxmlformats.org/drawingml/2006/main">
              <a:ext uri="{FF2B5EF4-FFF2-40B4-BE49-F238E27FC236}">
                <a16:creationId xmlns:a16="http://schemas.microsoft.com/office/drawing/2014/main" id="{4E8C9F2B-FF65-43A7-8950-A7BCE57F7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81400" cy="3543300"/>
          </a:xfrm>
          <a:prstGeom xmlns:a="http://schemas.openxmlformats.org/drawingml/2006/main" prst="roundRect">
            <a:avLst>
              <a:gd name="adj" fmla="val 376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esponsive-check-label">
            <a:extLst xmlns:a="http://schemas.openxmlformats.org/drawingml/2006/main">
              <a:ext uri="{FF2B5EF4-FFF2-40B4-BE49-F238E27FC236}">
                <a16:creationId xmlns:a16="http://schemas.microsoft.com/office/drawing/2014/main" id="{3757EAC1-3F3A-4684-B0B8-6003840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화면 적응 체크</a:t>
            </a:r>
          </a:p>
        </p:txBody>
      </p:sp>
      <p:sp>
        <p:nvSpPr>
          <p:cNvPr id="23" name="responsive-check-body">
            <a:extLst xmlns:a="http://schemas.openxmlformats.org/drawingml/2006/main">
              <a:ext uri="{FF2B5EF4-FFF2-40B4-BE49-F238E27FC236}">
                <a16:creationId xmlns:a16="http://schemas.microsoft.com/office/drawing/2014/main" id="{16C4E46F-85AA-4551-BE77-9A719F08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2004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256px–2560px route smoke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짧은 landscape 2열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상태와 조작 사각형 비겹침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200% 글자 확대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reduced motion</a:t>
            </a:r>
          </a:p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• 키보드·screen reader 순서</a:t>
            </a:r>
          </a:p>
        </p:txBody>
      </p:sp>
      <p:sp>
        <p:nvSpPr>
          <p:cNvPr id="24" name="theme-rule">
            <a:extLst xmlns:a="http://schemas.openxmlformats.org/drawingml/2006/main">
              <a:ext uri="{FF2B5EF4-FFF2-40B4-BE49-F238E27FC236}">
                <a16:creationId xmlns:a16="http://schemas.microsoft.com/office/drawing/2014/main" id="{0EE21361-F52D-4697-9D18-275A0B4A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3581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E8CF"/>
          </a:solidFill>
          <a:ln xmlns:a="http://schemas.openxmlformats.org/drawingml/2006/main" w="9525">
            <a:solidFill>
              <a:srgbClr val="916C24"/>
            </a:solidFill>
            <a:prstDash val="solid"/>
          </a:ln>
        </p:spPr>
      </p:sp>
      <p:sp>
        <p:nvSpPr>
          <p:cNvPr id="25" name="theme-rule-copy">
            <a:extLst xmlns:a="http://schemas.openxmlformats.org/drawingml/2006/main">
              <a:ext uri="{FF2B5EF4-FFF2-40B4-BE49-F238E27FC236}">
                <a16:creationId xmlns:a16="http://schemas.microsoft.com/office/drawing/2014/main" id="{CFEA12A8-A530-45EC-8061-9741AB8B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7690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상단 해/달과 설정 radiogroup은 같은 저장 값을 바꿉니다.</a:t>
            </a:r>
          </a:p>
        </p:txBody>
      </p:sp>
    </p:spTree>
    <p:extLst>
      <p:ext uri="{BB962C8B-B14F-4D97-AF65-F5344CB8AC3E}">
        <p14:creationId xmlns:p14="http://schemas.microsoft.com/office/powerpoint/2010/main" val="12692025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18-kicker">
            <a:extLst xmlns:a="http://schemas.openxmlformats.org/drawingml/2006/main">
              <a:ext uri="{FF2B5EF4-FFF2-40B4-BE49-F238E27FC236}">
                <a16:creationId xmlns:a16="http://schemas.microsoft.com/office/drawing/2014/main" id="{E0CB52BF-2146-4CD5-A6B9-46DE24C1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문제 해결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D60D0CEF-87D5-4612-8DC3-943058EC74C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오류를 숨기지 말고 경계를 확인하세요</a:t>
            </a:r>
          </a:p>
        </p:txBody>
      </p:sp>
      <p:sp>
        <p:nvSpPr>
          <p:cNvPr id="3" name="slide-18-subtitle">
            <a:extLst xmlns:a="http://schemas.openxmlformats.org/drawingml/2006/main">
              <a:ext uri="{FF2B5EF4-FFF2-40B4-BE49-F238E27FC236}">
                <a16:creationId xmlns:a16="http://schemas.microsoft.com/office/drawing/2014/main" id="{85FBC605-0101-4AB9-8D6F-53771FF7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연결·권한·기기·출시 조건은 서로 다른 해결책이 필요합니다.</a:t>
            </a:r>
          </a:p>
        </p:txBody>
      </p:sp>
      <p:sp>
        <p:nvSpPr>
          <p:cNvPr id="4" name="slide-18-rule">
            <a:extLst xmlns:a="http://schemas.openxmlformats.org/drawingml/2006/main">
              <a:ext uri="{FF2B5EF4-FFF2-40B4-BE49-F238E27FC236}">
                <a16:creationId xmlns:a16="http://schemas.microsoft.com/office/drawing/2014/main" id="{6F31CB44-0B8A-426A-805F-3F5D0EB39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8-number">
            <a:extLst xmlns:a="http://schemas.openxmlformats.org/drawingml/2006/main">
              <a:ext uri="{FF2B5EF4-FFF2-40B4-BE49-F238E27FC236}">
                <a16:creationId xmlns:a16="http://schemas.microsoft.com/office/drawing/2014/main" id="{8E3F9A5B-83E5-47BE-A211-07D25E2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trouble-panel-0">
            <a:extLst xmlns:a="http://schemas.openxmlformats.org/drawingml/2006/main">
              <a:ext uri="{FF2B5EF4-FFF2-40B4-BE49-F238E27FC236}">
                <a16:creationId xmlns:a16="http://schemas.microsoft.com/office/drawing/2014/main" id="{9CDCCEA0-BC0E-4016-8C62-B0EC61764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76600" cy="354330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rouble-title-0">
            <a:extLst xmlns:a="http://schemas.openxmlformats.org/drawingml/2006/main">
              <a:ext uri="{FF2B5EF4-FFF2-40B4-BE49-F238E27FC236}">
                <a16:creationId xmlns:a16="http://schemas.microsoft.com/office/drawing/2014/main" id="{2C9CE59A-C7D4-4924-8ACB-697877B4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연결·캐시</a:t>
            </a:r>
          </a:p>
        </p:txBody>
      </p:sp>
      <p:sp>
        <p:nvSpPr>
          <p:cNvPr id="8" name="trouble-list-0-dot-0">
            <a:extLst xmlns:a="http://schemas.openxmlformats.org/drawingml/2006/main">
              <a:ext uri="{FF2B5EF4-FFF2-40B4-BE49-F238E27FC236}">
                <a16:creationId xmlns:a16="http://schemas.microsoft.com/office/drawing/2014/main" id="{5F91A8E3-CE0C-4D2F-AA22-41ADE56E8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ouble-list-0-text-0">
            <a:extLst xmlns:a="http://schemas.openxmlformats.org/drawingml/2006/main">
              <a:ext uri="{FF2B5EF4-FFF2-40B4-BE49-F238E27FC236}">
                <a16:creationId xmlns:a16="http://schemas.microsoft.com/office/drawing/2014/main" id="{B2055DD9-1898-4499-BFD0-301F30EE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네트워크 실패만 읽기 전용 cache</a:t>
            </a:r>
          </a:p>
        </p:txBody>
      </p:sp>
      <p:sp>
        <p:nvSpPr>
          <p:cNvPr id="10" name="trouble-list-0-dot-1">
            <a:extLst xmlns:a="http://schemas.openxmlformats.org/drawingml/2006/main">
              <a:ext uri="{FF2B5EF4-FFF2-40B4-BE49-F238E27FC236}">
                <a16:creationId xmlns:a16="http://schemas.microsoft.com/office/drawing/2014/main" id="{E7C1D1BB-A07D-45D8-AB20-EC57436F7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ouble-list-0-text-1">
            <a:extLst xmlns:a="http://schemas.openxmlformats.org/drawingml/2006/main">
              <a:ext uri="{FF2B5EF4-FFF2-40B4-BE49-F238E27FC236}">
                <a16:creationId xmlns:a16="http://schemas.microsoft.com/office/drawing/2014/main" id="{F936F2CE-D7F0-468D-87CE-1B579AA0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401/403은 계정·권한 확인</a:t>
            </a:r>
          </a:p>
        </p:txBody>
      </p:sp>
      <p:sp>
        <p:nvSpPr>
          <p:cNvPr id="12" name="trouble-list-0-dot-2">
            <a:extLst xmlns:a="http://schemas.openxmlformats.org/drawingml/2006/main">
              <a:ext uri="{FF2B5EF4-FFF2-40B4-BE49-F238E27FC236}">
                <a16:creationId xmlns:a16="http://schemas.microsoft.com/office/drawing/2014/main" id="{B450A549-41C5-42B3-9243-D5406CEA5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ouble-list-0-text-2">
            <a:extLst xmlns:a="http://schemas.openxmlformats.org/drawingml/2006/main">
              <a:ext uri="{FF2B5EF4-FFF2-40B4-BE49-F238E27FC236}">
                <a16:creationId xmlns:a16="http://schemas.microsoft.com/office/drawing/2014/main" id="{DA55A6E2-28B9-423D-A76A-579BDE5C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409는 최신본 비교 후 재저장</a:t>
            </a:r>
          </a:p>
        </p:txBody>
      </p:sp>
      <p:sp>
        <p:nvSpPr>
          <p:cNvPr id="14" name="trouble-list-0-dot-3">
            <a:extLst xmlns:a="http://schemas.openxmlformats.org/drawingml/2006/main">
              <a:ext uri="{FF2B5EF4-FFF2-40B4-BE49-F238E27FC236}">
                <a16:creationId xmlns:a16="http://schemas.microsoft.com/office/drawing/2014/main" id="{F0DC30E2-F9AE-414C-8A46-024CF234A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ouble-list-0-text-3">
            <a:extLst xmlns:a="http://schemas.openxmlformats.org/drawingml/2006/main">
              <a:ext uri="{FF2B5EF4-FFF2-40B4-BE49-F238E27FC236}">
                <a16:creationId xmlns:a16="http://schemas.microsoft.com/office/drawing/2014/main" id="{64FFA142-346D-4C0B-B2CD-9042BE69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재연결은 서버 다시 확인</a:t>
            </a:r>
          </a:p>
        </p:txBody>
      </p:sp>
      <p:sp>
        <p:nvSpPr>
          <p:cNvPr id="16" name="trouble-panel-1">
            <a:extLst xmlns:a="http://schemas.openxmlformats.org/drawingml/2006/main">
              <a:ext uri="{FF2B5EF4-FFF2-40B4-BE49-F238E27FC236}">
                <a16:creationId xmlns:a16="http://schemas.microsoft.com/office/drawing/2014/main" id="{CD4083F4-79BB-4681-AAD2-76792F83E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276600" cy="354330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rouble-title-1">
            <a:extLst xmlns:a="http://schemas.openxmlformats.org/drawingml/2006/main">
              <a:ext uri="{FF2B5EF4-FFF2-40B4-BE49-F238E27FC236}">
                <a16:creationId xmlns:a16="http://schemas.microsoft.com/office/drawing/2014/main" id="{0C5E6A83-657C-4431-955D-E252A1F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오디오·기기</a:t>
            </a:r>
          </a:p>
        </p:txBody>
      </p:sp>
      <p:sp>
        <p:nvSpPr>
          <p:cNvPr id="18" name="trouble-list-1-dot-0">
            <a:extLst xmlns:a="http://schemas.openxmlformats.org/drawingml/2006/main">
              <a:ext uri="{FF2B5EF4-FFF2-40B4-BE49-F238E27FC236}">
                <a16:creationId xmlns:a16="http://schemas.microsoft.com/office/drawing/2014/main" id="{1447C6BC-A14B-4A4C-BB08-F5A06C3B9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rouble-list-1-text-0">
            <a:extLst xmlns:a="http://schemas.openxmlformats.org/drawingml/2006/main">
              <a:ext uri="{FF2B5EF4-FFF2-40B4-BE49-F238E27FC236}">
                <a16:creationId xmlns:a16="http://schemas.microsoft.com/office/drawing/2014/main" id="{E768709C-30C2-4D05-AEF4-0DE38233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첫 재생은 사용자 조작 필요</a:t>
            </a:r>
          </a:p>
        </p:txBody>
      </p:sp>
      <p:sp>
        <p:nvSpPr>
          <p:cNvPr id="20" name="trouble-list-1-dot-1">
            <a:extLst xmlns:a="http://schemas.openxmlformats.org/drawingml/2006/main">
              <a:ext uri="{FF2B5EF4-FFF2-40B4-BE49-F238E27FC236}">
                <a16:creationId xmlns:a16="http://schemas.microsoft.com/office/drawing/2014/main" id="{5837FF2B-226A-4607-923A-8413524BF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ouble-list-1-text-1">
            <a:extLst xmlns:a="http://schemas.openxmlformats.org/drawingml/2006/main">
              <a:ext uri="{FF2B5EF4-FFF2-40B4-BE49-F238E27FC236}">
                <a16:creationId xmlns:a16="http://schemas.microsoft.com/office/drawing/2014/main" id="{198CDA45-3532-4368-81A9-74E519F4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Bluetooth는 합주 기준 비권장</a:t>
            </a:r>
          </a:p>
        </p:txBody>
      </p:sp>
      <p:sp>
        <p:nvSpPr>
          <p:cNvPr id="22" name="trouble-list-1-dot-2">
            <a:extLst xmlns:a="http://schemas.openxmlformats.org/drawingml/2006/main">
              <a:ext uri="{FF2B5EF4-FFF2-40B4-BE49-F238E27FC236}">
                <a16:creationId xmlns:a16="http://schemas.microsoft.com/office/drawing/2014/main" id="{E0444226-EAD0-4B08-B26E-B912A8F80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ouble-list-1-text-2">
            <a:extLst xmlns:a="http://schemas.openxmlformats.org/drawingml/2006/main">
              <a:ext uri="{FF2B5EF4-FFF2-40B4-BE49-F238E27FC236}">
                <a16:creationId xmlns:a16="http://schemas.microsoft.com/office/drawing/2014/main" id="{95156EA2-C644-4EAF-8F83-7E4459DA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출력 장치 변경 뒤 재보정</a:t>
            </a:r>
          </a:p>
        </p:txBody>
      </p:sp>
      <p:sp>
        <p:nvSpPr>
          <p:cNvPr id="24" name="trouble-list-1-dot-3">
            <a:extLst xmlns:a="http://schemas.openxmlformats.org/drawingml/2006/main">
              <a:ext uri="{FF2B5EF4-FFF2-40B4-BE49-F238E27FC236}">
                <a16:creationId xmlns:a16="http://schemas.microsoft.com/office/drawing/2014/main" id="{664D1849-80C1-4AAB-86D0-FBCAAD5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ouble-list-1-text-3">
            <a:extLst xmlns:a="http://schemas.openxmlformats.org/drawingml/2006/main">
              <a:ext uri="{FF2B5EF4-FFF2-40B4-BE49-F238E27FC236}">
                <a16:creationId xmlns:a16="http://schemas.microsoft.com/office/drawing/2014/main" id="{E0E71682-8CF2-4AB8-8F78-1E5C886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42464D"/>
                </a:solidFill>
                <a:latin typeface="Apple SD Gothic Neo"/>
                <a:ea typeface="Apple SD Gothic Neo"/>
                <a:cs typeface="Apple SD Gothic Neo"/>
              </a:rPr>
              <a:t>실기기 무음/백그라운드 확인</a:t>
            </a:r>
          </a:p>
        </p:txBody>
      </p:sp>
      <p:sp>
        <p:nvSpPr>
          <p:cNvPr id="26" name="trouble-panel-2">
            <a:extLst xmlns:a="http://schemas.openxmlformats.org/drawingml/2006/main">
              <a:ext uri="{FF2B5EF4-FFF2-40B4-BE49-F238E27FC236}">
                <a16:creationId xmlns:a16="http://schemas.microsoft.com/office/drawing/2014/main" id="{A015CD3D-8A5A-4985-9D70-A4CC21BCA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276600" cy="354330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9A5A13"/>
            </a:solidFill>
            <a:prstDash val="solid"/>
          </a:ln>
        </p:spPr>
      </p:sp>
      <p:sp>
        <p:nvSpPr>
          <p:cNvPr id="27" name="trouble-title-2">
            <a:extLst xmlns:a="http://schemas.openxmlformats.org/drawingml/2006/main">
              <a:ext uri="{FF2B5EF4-FFF2-40B4-BE49-F238E27FC236}">
                <a16:creationId xmlns:a16="http://schemas.microsoft.com/office/drawing/2014/main" id="{52826D09-D1F4-4FEB-8921-AE092F30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운영 제한</a:t>
            </a:r>
          </a:p>
        </p:txBody>
      </p:sp>
      <p:sp>
        <p:nvSpPr>
          <p:cNvPr id="28" name="trouble-list-2-dot-0">
            <a:extLst xmlns:a="http://schemas.openxmlformats.org/drawingml/2006/main">
              <a:ext uri="{FF2B5EF4-FFF2-40B4-BE49-F238E27FC236}">
                <a16:creationId xmlns:a16="http://schemas.microsoft.com/office/drawing/2014/main" id="{EB8F81FA-6DA1-4021-AC32-51793940A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rouble-list-2-text-0">
            <a:extLst xmlns:a="http://schemas.openxmlformats.org/drawingml/2006/main">
              <a:ext uri="{FF2B5EF4-FFF2-40B4-BE49-F238E27FC236}">
                <a16:creationId xmlns:a16="http://schemas.microsoft.com/office/drawing/2014/main" id="{2D625A90-3CB7-41D1-92F5-6CFB364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managed profile은 local volume 지원</a:t>
            </a:r>
          </a:p>
        </p:txBody>
      </p:sp>
      <p:sp>
        <p:nvSpPr>
          <p:cNvPr id="30" name="trouble-list-2-dot-1">
            <a:extLst xmlns:a="http://schemas.openxmlformats.org/drawingml/2006/main">
              <a:ext uri="{FF2B5EF4-FFF2-40B4-BE49-F238E27FC236}">
                <a16:creationId xmlns:a16="http://schemas.microsoft.com/office/drawing/2014/main" id="{ABD2578E-369B-49FF-B1BF-D5183E17F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ouble-list-2-text-1">
            <a:extLst xmlns:a="http://schemas.openxmlformats.org/drawingml/2006/main">
              <a:ext uri="{FF2B5EF4-FFF2-40B4-BE49-F238E27FC236}">
                <a16:creationId xmlns:a16="http://schemas.microsoft.com/office/drawing/2014/main" id="{D3F13DA2-6E09-46C8-A26A-4EA4237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OMR은 활성화된 환경에서만</a:t>
            </a:r>
          </a:p>
        </p:txBody>
      </p:sp>
      <p:sp>
        <p:nvSpPr>
          <p:cNvPr id="32" name="trouble-list-2-dot-2">
            <a:extLst xmlns:a="http://schemas.openxmlformats.org/drawingml/2006/main">
              <a:ext uri="{FF2B5EF4-FFF2-40B4-BE49-F238E27FC236}">
                <a16:creationId xmlns:a16="http://schemas.microsoft.com/office/drawing/2014/main" id="{915AF266-7EBA-41D7-ACB0-14B82951D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rouble-list-2-text-2">
            <a:extLst xmlns:a="http://schemas.openxmlformats.org/drawingml/2006/main">
              <a:ext uri="{FF2B5EF4-FFF2-40B4-BE49-F238E27FC236}">
                <a16:creationId xmlns:a16="http://schemas.microsoft.com/office/drawing/2014/main" id="{099B8A49-348A-4C56-B390-F79F650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production mobile SSO는 아직 gate</a:t>
            </a:r>
          </a:p>
        </p:txBody>
      </p:sp>
      <p:sp>
        <p:nvSpPr>
          <p:cNvPr id="34" name="trouble-list-2-dot-3">
            <a:extLst xmlns:a="http://schemas.openxmlformats.org/drawingml/2006/main">
              <a:ext uri="{FF2B5EF4-FFF2-40B4-BE49-F238E27FC236}">
                <a16:creationId xmlns:a16="http://schemas.microsoft.com/office/drawing/2014/main" id="{9E0EB728-D96D-45A5-847E-641B381CD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rouble-list-2-text-3">
            <a:extLst xmlns:a="http://schemas.openxmlformats.org/drawingml/2006/main">
              <a:ext uri="{FF2B5EF4-FFF2-40B4-BE49-F238E27FC236}">
                <a16:creationId xmlns:a16="http://schemas.microsoft.com/office/drawing/2014/main" id="{79062131-EC43-44D5-962B-694B0F40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9A5A13"/>
                </a:solidFill>
                <a:latin typeface="Apple SD Gothic Neo"/>
                <a:ea typeface="Apple SD Gothic Neo"/>
                <a:cs typeface="Apple SD Gothic Neo"/>
              </a:rPr>
              <a:t>±10ms는 실제 기기 녹음으로 최종 검증</a:t>
            </a:r>
          </a:p>
        </p:txBody>
      </p:sp>
      <p:sp>
        <p:nvSpPr>
          <p:cNvPr id="36" name="trouble-bottom">
            <a:extLst xmlns:a="http://schemas.openxmlformats.org/drawingml/2006/main">
              <a:ext uri="{FF2B5EF4-FFF2-40B4-BE49-F238E27FC236}">
                <a16:creationId xmlns:a16="http://schemas.microsoft.com/office/drawing/2014/main" id="{D047596A-FE6E-4A14-8E9E-CDE709432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B4232D"/>
            </a:solidFill>
            <a:prstDash val="solid"/>
          </a:ln>
        </p:spPr>
      </p:sp>
      <p:sp>
        <p:nvSpPr>
          <p:cNvPr id="37" name="trouble-bottom-copy">
            <a:extLst xmlns:a="http://schemas.openxmlformats.org/drawingml/2006/main">
              <a:ext uri="{FF2B5EF4-FFF2-40B4-BE49-F238E27FC236}">
                <a16:creationId xmlns:a16="http://schemas.microsoft.com/office/drawing/2014/main" id="{0D6CC4BD-F316-461E-9B12-60D7924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삭제·권한 오류·서버 오류를 오래된 화면으로 바꾸지 않습니다. 화면의 원인과 재시도 경로를 먼저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4993233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19-kicker">
            <a:extLst xmlns:a="http://schemas.openxmlformats.org/drawingml/2006/main">
              <a:ext uri="{FF2B5EF4-FFF2-40B4-BE49-F238E27FC236}">
                <a16:creationId xmlns:a16="http://schemas.microsoft.com/office/drawing/2014/main" id="{9002DE03-AF12-4946-9019-F713C3E0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빠른 참고</a:t>
            </a:r>
          </a:p>
        </p:txBody>
      </p:sp>
      <p:sp>
        <p:nvSpPr>
          <p:cNvPr id="2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5D559F0-AD61-4E57-87F2-A3386F55C796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552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권장 연습 루프: 준비 → 구조 → 연주 → 기록 → 공유</a:t>
            </a:r>
          </a:p>
        </p:txBody>
      </p:sp>
      <p:sp>
        <p:nvSpPr>
          <p:cNvPr id="3" name="slide-19-subtitle">
            <a:extLst xmlns:a="http://schemas.openxmlformats.org/drawingml/2006/main">
              <a:ext uri="{FF2B5EF4-FFF2-40B4-BE49-F238E27FC236}">
                <a16:creationId xmlns:a16="http://schemas.microsoft.com/office/drawing/2014/main" id="{C86A4ACF-0617-4206-8979-1FE9800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처음에는 메트로놈 하나로 시작하고 필요할 때만 다음 단계를 더하세요.</a:t>
            </a:r>
          </a:p>
        </p:txBody>
      </p:sp>
      <p:sp>
        <p:nvSpPr>
          <p:cNvPr id="4" name="slide-19-rule">
            <a:extLst xmlns:a="http://schemas.openxmlformats.org/drawingml/2006/main">
              <a:ext uri="{FF2B5EF4-FFF2-40B4-BE49-F238E27FC236}">
                <a16:creationId xmlns:a16="http://schemas.microsoft.com/office/drawing/2014/main" id="{5375A3B2-B313-47BB-BF93-83FBF06A2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9-number">
            <a:extLst xmlns:a="http://schemas.openxmlformats.org/drawingml/2006/main">
              <a:ext uri="{FF2B5EF4-FFF2-40B4-BE49-F238E27FC236}">
                <a16:creationId xmlns:a16="http://schemas.microsoft.com/office/drawing/2014/main" id="{03CFB262-2341-4559-838A-5230825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loop-circle-0">
            <a:extLst xmlns:a="http://schemas.openxmlformats.org/drawingml/2006/main">
              <a:ext uri="{FF2B5EF4-FFF2-40B4-BE49-F238E27FC236}">
                <a16:creationId xmlns:a16="http://schemas.microsoft.com/office/drawing/2014/main" id="{32F41FFD-567D-40A7-B900-E2CC720E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-num-0">
            <a:extLst xmlns:a="http://schemas.openxmlformats.org/drawingml/2006/main">
              <a:ext uri="{FF2B5EF4-FFF2-40B4-BE49-F238E27FC236}">
                <a16:creationId xmlns:a16="http://schemas.microsoft.com/office/drawing/2014/main" id="{AA0A975C-FF4B-4B16-B78F-698E3084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loop-label-0">
            <a:extLst xmlns:a="http://schemas.openxmlformats.org/drawingml/2006/main">
              <a:ext uri="{FF2B5EF4-FFF2-40B4-BE49-F238E27FC236}">
                <a16:creationId xmlns:a16="http://schemas.microsoft.com/office/drawing/2014/main" id="{3589010A-F64A-4DB8-A7AB-02762F3C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86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보정·튜닝</a:t>
            </a:r>
          </a:p>
        </p:txBody>
      </p:sp>
      <p:sp>
        <p:nvSpPr>
          <p:cNvPr id="9" name="loop-line-0">
            <a:extLst xmlns:a="http://schemas.openxmlformats.org/drawingml/2006/main">
              <a:ext uri="{FF2B5EF4-FFF2-40B4-BE49-F238E27FC236}">
                <a16:creationId xmlns:a16="http://schemas.microsoft.com/office/drawing/2014/main" id="{899DCA77-C5BB-498F-9F63-ED0D2C4EC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8122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circle-1">
            <a:extLst xmlns:a="http://schemas.openxmlformats.org/drawingml/2006/main">
              <a:ext uri="{FF2B5EF4-FFF2-40B4-BE49-F238E27FC236}">
                <a16:creationId xmlns:a16="http://schemas.microsoft.com/office/drawing/2014/main" id="{93E0B7F7-028B-46E8-84F6-2FD749932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47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op-num-1">
            <a:extLst xmlns:a="http://schemas.openxmlformats.org/drawingml/2006/main">
              <a:ext uri="{FF2B5EF4-FFF2-40B4-BE49-F238E27FC236}">
                <a16:creationId xmlns:a16="http://schemas.microsoft.com/office/drawing/2014/main" id="{615DA53C-17FE-4882-853E-317A29B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loop-label-1">
            <a:extLst xmlns:a="http://schemas.openxmlformats.org/drawingml/2006/main">
              <a:ext uri="{FF2B5EF4-FFF2-40B4-BE49-F238E27FC236}">
                <a16:creationId xmlns:a16="http://schemas.microsoft.com/office/drawing/2014/main" id="{0D5ABBCE-4C14-4B3D-8CC2-F5D1012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템포맵</a:t>
            </a:r>
          </a:p>
        </p:txBody>
      </p:sp>
      <p:sp>
        <p:nvSpPr>
          <p:cNvPr id="13" name="loop-line-1">
            <a:extLst xmlns:a="http://schemas.openxmlformats.org/drawingml/2006/main">
              <a:ext uri="{FF2B5EF4-FFF2-40B4-BE49-F238E27FC236}">
                <a16:creationId xmlns:a16="http://schemas.microsoft.com/office/drawing/2014/main" id="{B3AFCADF-3BF9-4820-8F3B-BDC9DDA69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circle-2">
            <a:extLst xmlns:a="http://schemas.openxmlformats.org/drawingml/2006/main">
              <a:ext uri="{FF2B5EF4-FFF2-40B4-BE49-F238E27FC236}">
                <a16:creationId xmlns:a16="http://schemas.microsoft.com/office/drawing/2014/main" id="{E8DE76CF-F6D6-41B3-BDD5-387F16095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47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6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oop-num-2">
            <a:extLst xmlns:a="http://schemas.openxmlformats.org/drawingml/2006/main">
              <a:ext uri="{FF2B5EF4-FFF2-40B4-BE49-F238E27FC236}">
                <a16:creationId xmlns:a16="http://schemas.microsoft.com/office/drawing/2014/main" id="{084DA3DD-DB33-4039-B6CF-8CD1117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loop-label-2">
            <a:extLst xmlns:a="http://schemas.openxmlformats.org/drawingml/2006/main">
              <a:ext uri="{FF2B5EF4-FFF2-40B4-BE49-F238E27FC236}">
                <a16:creationId xmlns:a16="http://schemas.microsoft.com/office/drawing/2014/main" id="{785DE85F-B36D-4480-81AF-DEE45A2C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메트로놈/세션</a:t>
            </a:r>
          </a:p>
        </p:txBody>
      </p:sp>
      <p:sp>
        <p:nvSpPr>
          <p:cNvPr id="17" name="loop-line-2">
            <a:extLst xmlns:a="http://schemas.openxmlformats.org/drawingml/2006/main">
              <a:ext uri="{FF2B5EF4-FFF2-40B4-BE49-F238E27FC236}">
                <a16:creationId xmlns:a16="http://schemas.microsoft.com/office/drawing/2014/main" id="{AEBA65F9-F4A0-492C-A9CF-F897D96BE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8122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circle-3">
            <a:extLst xmlns:a="http://schemas.openxmlformats.org/drawingml/2006/main">
              <a:ext uri="{FF2B5EF4-FFF2-40B4-BE49-F238E27FC236}">
                <a16:creationId xmlns:a16="http://schemas.microsoft.com/office/drawing/2014/main" id="{DFD204C1-9390-4329-B378-36C588418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oop-num-3">
            <a:extLst xmlns:a="http://schemas.openxmlformats.org/drawingml/2006/main">
              <a:ext uri="{FF2B5EF4-FFF2-40B4-BE49-F238E27FC236}">
                <a16:creationId xmlns:a16="http://schemas.microsoft.com/office/drawing/2014/main" id="{1EA01894-7029-4E31-B8AB-3C3B162A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loop-label-3">
            <a:extLst xmlns:a="http://schemas.openxmlformats.org/drawingml/2006/main">
              <a:ext uri="{FF2B5EF4-FFF2-40B4-BE49-F238E27FC236}">
                <a16:creationId xmlns:a16="http://schemas.microsoft.com/office/drawing/2014/main" id="{058E08DF-859A-4D99-9E8F-E4140225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악보·마디</a:t>
            </a:r>
          </a:p>
        </p:txBody>
      </p:sp>
      <p:sp>
        <p:nvSpPr>
          <p:cNvPr id="21" name="loop-line-3">
            <a:extLst xmlns:a="http://schemas.openxmlformats.org/drawingml/2006/main">
              <a:ext uri="{FF2B5EF4-FFF2-40B4-BE49-F238E27FC236}">
                <a16:creationId xmlns:a16="http://schemas.microsoft.com/office/drawing/2014/main" id="{26086C58-773F-4648-ACE6-E2EDEFDC6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8122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circle-4">
            <a:extLst xmlns:a="http://schemas.openxmlformats.org/drawingml/2006/main">
              <a:ext uri="{FF2B5EF4-FFF2-40B4-BE49-F238E27FC236}">
                <a16:creationId xmlns:a16="http://schemas.microsoft.com/office/drawing/2014/main" id="{CA71BD22-DDC0-4FD0-BA73-B7AFB8B22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47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oop-num-4">
            <a:extLst xmlns:a="http://schemas.openxmlformats.org/drawingml/2006/main">
              <a:ext uri="{FF2B5EF4-FFF2-40B4-BE49-F238E27FC236}">
                <a16:creationId xmlns:a16="http://schemas.microsoft.com/office/drawing/2014/main" id="{46C90867-ED34-4DE1-8390-749331A7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38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loop-label-4">
            <a:extLst xmlns:a="http://schemas.openxmlformats.org/drawingml/2006/main">
              <a:ext uri="{FF2B5EF4-FFF2-40B4-BE49-F238E27FC236}">
                <a16:creationId xmlns:a16="http://schemas.microsoft.com/office/drawing/2014/main" id="{1AB4E063-35C8-4423-BE68-D0473BA9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일지·할일</a:t>
            </a:r>
          </a:p>
        </p:txBody>
      </p:sp>
      <p:sp>
        <p:nvSpPr>
          <p:cNvPr id="25" name="reference-panel">
            <a:extLst xmlns:a="http://schemas.openxmlformats.org/drawingml/2006/main">
              <a:ext uri="{FF2B5EF4-FFF2-40B4-BE49-F238E27FC236}">
                <a16:creationId xmlns:a16="http://schemas.microsoft.com/office/drawing/2014/main" id="{0DCEA1B8-F1AE-4DE9-94EE-59BCEFE0B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reference-title">
            <a:extLst xmlns:a="http://schemas.openxmlformats.org/drawingml/2006/main">
              <a:ext uri="{FF2B5EF4-FFF2-40B4-BE49-F238E27FC236}">
                <a16:creationId xmlns:a16="http://schemas.microsoft.com/office/drawing/2014/main" id="{3BB09281-6A53-4FAD-AF2D-60B14D04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화면 빠른 찾기 · 공개 웹 경로</a:t>
            </a:r>
          </a:p>
        </p:txBody>
      </p:sp>
      <p:sp>
        <p:nvSpPr>
          <p:cNvPr id="27" name="ref-route-0-bg">
            <a:extLst xmlns:a="http://schemas.openxmlformats.org/drawingml/2006/main">
              <a:ext uri="{FF2B5EF4-FFF2-40B4-BE49-F238E27FC236}">
                <a16:creationId xmlns:a16="http://schemas.microsoft.com/office/drawing/2014/main" id="{2AFE07EE-76AF-49FE-9B42-F3FC706CE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f-route-0-label">
            <a:extLst xmlns:a="http://schemas.openxmlformats.org/drawingml/2006/main">
              <a:ext uri="{FF2B5EF4-FFF2-40B4-BE49-F238E27FC236}">
                <a16:creationId xmlns:a16="http://schemas.microsoft.com/office/drawing/2014/main" id="{7FEC3BCD-2A01-4336-B3E4-F9A3C4C6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</a:t>
            </a:r>
          </a:p>
        </p:txBody>
      </p:sp>
      <p:sp>
        <p:nvSpPr>
          <p:cNvPr id="29" name="ref-label-0">
            <a:extLst xmlns:a="http://schemas.openxmlformats.org/drawingml/2006/main">
              <a:ext uri="{FF2B5EF4-FFF2-40B4-BE49-F238E27FC236}">
                <a16:creationId xmlns:a16="http://schemas.microsoft.com/office/drawing/2014/main" id="{7880BAC3-B816-4F22-AAA8-C447EFF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메트로놈</a:t>
            </a:r>
          </a:p>
        </p:txBody>
      </p:sp>
      <p:sp>
        <p:nvSpPr>
          <p:cNvPr id="30" name="ref-route-1-bg">
            <a:extLst xmlns:a="http://schemas.openxmlformats.org/drawingml/2006/main">
              <a:ext uri="{FF2B5EF4-FFF2-40B4-BE49-F238E27FC236}">
                <a16:creationId xmlns:a16="http://schemas.microsoft.com/office/drawing/2014/main" id="{A07F0CA5-C3AC-4C2F-8E8B-D77F0332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f-route-1-label">
            <a:extLst xmlns:a="http://schemas.openxmlformats.org/drawingml/2006/main">
              <a:ext uri="{FF2B5EF4-FFF2-40B4-BE49-F238E27FC236}">
                <a16:creationId xmlns:a16="http://schemas.microsoft.com/office/drawing/2014/main" id="{5635C6BE-47D7-4F47-A721-58D3DC6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00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/feelmyrythm/editor</a:t>
            </a:r>
          </a:p>
        </p:txBody>
      </p:sp>
      <p:sp>
        <p:nvSpPr>
          <p:cNvPr id="32" name="ref-label-1">
            <a:extLst xmlns:a="http://schemas.openxmlformats.org/drawingml/2006/main">
              <a:ext uri="{FF2B5EF4-FFF2-40B4-BE49-F238E27FC236}">
                <a16:creationId xmlns:a16="http://schemas.microsoft.com/office/drawing/2014/main" id="{8CA2B688-1488-450A-84C2-5584DA8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100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템포맵</a:t>
            </a:r>
          </a:p>
        </p:txBody>
      </p:sp>
      <p:sp>
        <p:nvSpPr>
          <p:cNvPr id="33" name="ref-route-2-bg">
            <a:extLst xmlns:a="http://schemas.openxmlformats.org/drawingml/2006/main">
              <a:ext uri="{FF2B5EF4-FFF2-40B4-BE49-F238E27FC236}">
                <a16:creationId xmlns:a16="http://schemas.microsoft.com/office/drawing/2014/main" id="{05BB848D-ED6A-4BA8-A3C0-89949A853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f-route-2-label">
            <a:extLst xmlns:a="http://schemas.openxmlformats.org/drawingml/2006/main">
              <a:ext uri="{FF2B5EF4-FFF2-40B4-BE49-F238E27FC236}">
                <a16:creationId xmlns:a16="http://schemas.microsoft.com/office/drawing/2014/main" id="{ADCD0182-0963-40E7-8B6D-33B94787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/feelmyrythm/session</a:t>
            </a:r>
          </a:p>
        </p:txBody>
      </p:sp>
      <p:sp>
        <p:nvSpPr>
          <p:cNvPr id="35" name="ref-label-2">
            <a:extLst xmlns:a="http://schemas.openxmlformats.org/drawingml/2006/main">
              <a:ext uri="{FF2B5EF4-FFF2-40B4-BE49-F238E27FC236}">
                <a16:creationId xmlns:a16="http://schemas.microsoft.com/office/drawing/2014/main" id="{E708FB44-F5AB-42A4-82FA-057E284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05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앙상블</a:t>
            </a:r>
          </a:p>
        </p:txBody>
      </p:sp>
      <p:sp>
        <p:nvSpPr>
          <p:cNvPr id="36" name="ref-route-3-bg">
            <a:extLst xmlns:a="http://schemas.openxmlformats.org/drawingml/2006/main">
              <a:ext uri="{FF2B5EF4-FFF2-40B4-BE49-F238E27FC236}">
                <a16:creationId xmlns:a16="http://schemas.microsoft.com/office/drawing/2014/main" id="{8942FA12-A98B-4CFE-A355-0B935ADA9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f-route-3-label">
            <a:extLst xmlns:a="http://schemas.openxmlformats.org/drawingml/2006/main">
              <a:ext uri="{FF2B5EF4-FFF2-40B4-BE49-F238E27FC236}">
                <a16:creationId xmlns:a16="http://schemas.microsoft.com/office/drawing/2014/main" id="{79EB7C7A-321F-415D-A9D3-EBA07E44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/feelmyrythm/scores</a:t>
            </a:r>
          </a:p>
        </p:txBody>
      </p:sp>
      <p:sp>
        <p:nvSpPr>
          <p:cNvPr id="38" name="ref-label-3">
            <a:extLst xmlns:a="http://schemas.openxmlformats.org/drawingml/2006/main">
              <a:ext uri="{FF2B5EF4-FFF2-40B4-BE49-F238E27FC236}">
                <a16:creationId xmlns:a16="http://schemas.microsoft.com/office/drawing/2014/main" id="{4C0ED7E9-11FE-4AB5-92AC-7D655D76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05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악보</a:t>
            </a:r>
          </a:p>
        </p:txBody>
      </p:sp>
      <p:sp>
        <p:nvSpPr>
          <p:cNvPr id="39" name="ref-route-4-bg">
            <a:extLst xmlns:a="http://schemas.openxmlformats.org/drawingml/2006/main">
              <a:ext uri="{FF2B5EF4-FFF2-40B4-BE49-F238E27FC236}">
                <a16:creationId xmlns:a16="http://schemas.microsoft.com/office/drawing/2014/main" id="{755C9E83-DD1B-496D-9CB5-C5CDDC39F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f-route-4-label">
            <a:extLst xmlns:a="http://schemas.openxmlformats.org/drawingml/2006/main">
              <a:ext uri="{FF2B5EF4-FFF2-40B4-BE49-F238E27FC236}">
                <a16:creationId xmlns:a16="http://schemas.microsoft.com/office/drawing/2014/main" id="{47625E7D-2712-42B8-9745-E0216327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/feelmyrythm/practice</a:t>
            </a:r>
          </a:p>
        </p:txBody>
      </p:sp>
      <p:sp>
        <p:nvSpPr>
          <p:cNvPr id="41" name="ref-label-4">
            <a:extLst xmlns:a="http://schemas.openxmlformats.org/drawingml/2006/main">
              <a:ext uri="{FF2B5EF4-FFF2-40B4-BE49-F238E27FC236}">
                <a16:creationId xmlns:a16="http://schemas.microsoft.com/office/drawing/2014/main" id="{CDE57502-967C-43F5-BC98-4F5013B2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00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연습일지</a:t>
            </a:r>
          </a:p>
        </p:txBody>
      </p:sp>
      <p:sp>
        <p:nvSpPr>
          <p:cNvPr id="42" name="ref-route-5-bg">
            <a:extLst xmlns:a="http://schemas.openxmlformats.org/drawingml/2006/main">
              <a:ext uri="{FF2B5EF4-FFF2-40B4-BE49-F238E27FC236}">
                <a16:creationId xmlns:a16="http://schemas.microsoft.com/office/drawing/2014/main" id="{2F997860-BBF8-4A76-B30B-99EE61723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f-route-5-label">
            <a:extLst xmlns:a="http://schemas.openxmlformats.org/drawingml/2006/main">
              <a:ext uri="{FF2B5EF4-FFF2-40B4-BE49-F238E27FC236}">
                <a16:creationId xmlns:a16="http://schemas.microsoft.com/office/drawing/2014/main" id="{0624AAD9-DBA8-4EE9-9248-16CC8879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/feelmyrythm/tuner</a:t>
            </a:r>
          </a:p>
        </p:txBody>
      </p:sp>
      <p:sp>
        <p:nvSpPr>
          <p:cNvPr id="44" name="ref-label-5">
            <a:extLst xmlns:a="http://schemas.openxmlformats.org/drawingml/2006/main">
              <a:ext uri="{FF2B5EF4-FFF2-40B4-BE49-F238E27FC236}">
                <a16:creationId xmlns:a16="http://schemas.microsoft.com/office/drawing/2014/main" id="{3A8CF4C7-C5D3-4C17-9D04-3023B000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00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튜너</a:t>
            </a:r>
          </a:p>
        </p:txBody>
      </p:sp>
      <p:sp>
        <p:nvSpPr>
          <p:cNvPr id="45" name="ref-route-6-bg">
            <a:extLst xmlns:a="http://schemas.openxmlformats.org/drawingml/2006/main">
              <a:ext uri="{FF2B5EF4-FFF2-40B4-BE49-F238E27FC236}">
                <a16:creationId xmlns:a16="http://schemas.microsoft.com/office/drawing/2014/main" id="{E4786201-B9EB-45CA-AB8F-9FB1D109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f-route-6-label">
            <a:extLst xmlns:a="http://schemas.openxmlformats.org/drawingml/2006/main">
              <a:ext uri="{FF2B5EF4-FFF2-40B4-BE49-F238E27FC236}">
                <a16:creationId xmlns:a16="http://schemas.microsoft.com/office/drawing/2014/main" id="{1297F8A4-63CE-4238-B028-A1B413FD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959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/feelmyrythm/calibration</a:t>
            </a:r>
          </a:p>
        </p:txBody>
      </p:sp>
      <p:sp>
        <p:nvSpPr>
          <p:cNvPr id="47" name="ref-label-6">
            <a:extLst xmlns:a="http://schemas.openxmlformats.org/drawingml/2006/main">
              <a:ext uri="{FF2B5EF4-FFF2-40B4-BE49-F238E27FC236}">
                <a16:creationId xmlns:a16="http://schemas.microsoft.com/office/drawing/2014/main" id="{AD9050AF-EC04-4558-B2FE-4C8AEE94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959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출력 보정</a:t>
            </a:r>
          </a:p>
        </p:txBody>
      </p:sp>
      <p:sp>
        <p:nvSpPr>
          <p:cNvPr id="48" name="ref-route-7-bg">
            <a:extLst xmlns:a="http://schemas.openxmlformats.org/drawingml/2006/main">
              <a:ext uri="{FF2B5EF4-FFF2-40B4-BE49-F238E27FC236}">
                <a16:creationId xmlns:a16="http://schemas.microsoft.com/office/drawing/2014/main" id="{142E0F09-00B4-4453-BE1C-FDB145EE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f-route-7-label">
            <a:extLst xmlns:a="http://schemas.openxmlformats.org/drawingml/2006/main">
              <a:ext uri="{FF2B5EF4-FFF2-40B4-BE49-F238E27FC236}">
                <a16:creationId xmlns:a16="http://schemas.microsoft.com/office/drawing/2014/main" id="{735E0E05-3CAD-427E-A846-E16282B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959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916C24"/>
                </a:solidFill>
                <a:latin typeface="Apple SD Gothic Neo"/>
                <a:ea typeface="Apple SD Gothic Neo"/>
                <a:cs typeface="Apple SD Gothic Neo"/>
              </a:rPr>
              <a:t>/feelmyrythm/settings</a:t>
            </a:r>
          </a:p>
        </p:txBody>
      </p:sp>
      <p:sp>
        <p:nvSpPr>
          <p:cNvPr id="50" name="ref-label-7">
            <a:extLst xmlns:a="http://schemas.openxmlformats.org/drawingml/2006/main">
              <a:ext uri="{FF2B5EF4-FFF2-40B4-BE49-F238E27FC236}">
                <a16:creationId xmlns:a16="http://schemas.microsoft.com/office/drawing/2014/main" id="{B0EA636C-747F-417D-B61F-F84D37CE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959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lang="ko-KR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51" name="reference-docs">
            <a:extLst xmlns:a="http://schemas.openxmlformats.org/drawingml/2006/main">
              <a:ext uri="{FF2B5EF4-FFF2-40B4-BE49-F238E27FC236}">
                <a16:creationId xmlns:a16="http://schemas.microsoft.com/office/drawing/2014/main" id="{8149DD13-CC46-4E99-8694-06AC0918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lang="ko-KR">
                <a:solidFill>
                  <a:srgbClr val="6C717A"/>
                </a:solidFill>
                <a:latin typeface="Apple SD Gothic Neo"/>
                <a:ea typeface="Apple SD Gothic Neo"/>
                <a:cs typeface="Apple SD Gothic Neo"/>
              </a:rPr>
              <a:t>더 자세한 설명: docs/USER_GUIDE.md · 앱 안의 각 오류/재시도 안내</a:t>
            </a:r>
          </a:p>
        </p:txBody>
      </p:sp>
    </p:spTree>
    <p:extLst>
      <p:ext uri="{BB962C8B-B14F-4D97-AF65-F5344CB8AC3E}">
        <p14:creationId xmlns:p14="http://schemas.microsoft.com/office/powerpoint/2010/main" val="1550700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19</ap:Slides>
  <ap:Notes>19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FeelMyRythm 상세 사용자 가이드</dc:title>
  <dcterms:created xsi:type="dcterms:W3CDTF">2026-08-27T09:38:06.2570000Z</dcterms:created>
  <dcterms:modified xsi:type="dcterms:W3CDTF">2026-08-27T09:38:06.2570000Z</dcterms:modified>
  <dc:language>ko-KR</dc:language>
</coreProperties>
</file>